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8" r:id="rId2"/>
    <p:sldId id="364" r:id="rId3"/>
    <p:sldId id="365" r:id="rId4"/>
    <p:sldId id="390" r:id="rId5"/>
    <p:sldId id="391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  <p:sldId id="403" r:id="rId17"/>
    <p:sldId id="404" r:id="rId18"/>
    <p:sldId id="405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DE9"/>
    <a:srgbClr val="91B7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7" autoAdjust="0"/>
  </p:normalViewPr>
  <p:slideViewPr>
    <p:cSldViewPr snapToGrid="0">
      <p:cViewPr>
        <p:scale>
          <a:sx n="80" d="100"/>
          <a:sy n="80" d="100"/>
        </p:scale>
        <p:origin x="48" y="29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6:01.3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58 2628 24575,'0'0'0,"0"-5"0,0-7 0,0-11 0,0-5 0,-5 3 0,-1-2 0,0 1 0,-4 5 0,1-6 0,1-1 0,2-1 0,2 0 0,2 0 0,1-1 0,0 1 0,2 0 0,-1 1 0,0-1 0,1 1 0,-1 0 0,0 0 0,0 0 0,0-1 0,0 1 0,0 0 0,0 0 0,0 0 0,0-1 0,0 1 0,0 0 0,6-6 0,0 0 0,-1 0 0,0 1 0,-2 1 0,5 8 0,-1 0 0,5 1 0,-1 0 0,-2-2 0,-2-1 0,3 5 0,-1-6 0,3-1 0,4 4 0,-1 0 0,-3 0 0,3 5 0,-4-1 0,4 5 0,-4-2 0,5 5 0,2 2 0,3-2 0,-2-3 0,1-5 0,2 4 0,-4-4 0,1 5 0,2-3 0,2 4 0,-4-2 0,2 3 0,6-2 0,2-3 0,2 2 0,-6-2 0,6 3 0,-1-2 0,-5-2 0,-1 3 0,0 3 0,-5-1 0,1-3 0,1 3 0,1 3 0,2-3 0,2-3 0,1 3 0,1-3 0,1 2 0,-1 4 0,1-2 0,-1 3 0,-5-3 0,-1 1 0,1-2 0,1 2 0,-5-4 0,7 3 0,-5-2 0,2 2 0,1-3 0,1 3 0,-5-2 0,1 2 0,7 3 0,-5-2 0,2 2 0,0 2 0,1-3 0,1 2 0,0-4 0,1 1 0,6 3 0,5-3 0,1 2 0,-1-4 0,-2 3 0,-3 1 0,-8-2 0,-2 2 0,5 2 0,5 3 0,2-4 0,6-4 0,10-5 0,-2-4 0,-2-4 0,6 5 0,-4 4 0,1 0 0,-5 4 0,-10-2 0,-4 3 0,-5-3 0,-2 3 0,1 3 0,-1 3 0,1-4 0,7 2 0,0-4 0,0 1 0,-5-3 0,-3 1 0,0 3 0,0-2 0,1 2 0,0-4 0,1 3 0,0-4 0,1 3 0,0-4 0,1 3 0,-1-3 0,-11 3 0,-11 3 0,-12 3 0,-10 3 0,-7 2 0,-9 1 0,-9 1 0,-1 1 0,1-1 0,2 1 0,9 5 0,4 0 0,1 0 0,1-1 0,-1-2 0,0-1 0,9 0 0,12-2 0,11 0 0,14 0 0,8 0 0,9-1 0,2 1 0,5 0 0,-2 0 0,-3 0 0,3 0 0,2-6 0,-2 0 0,-8 12 0,-16 1 0,-18-5 0,-1-1 0,1 0 0,-1-1 0,1 1 0,-1 0 0,0 0 0,1 0 0,-1 0 0,0-1 0,1 1 0,-1 0 0,0 0 0,0 0 0,0 0 0,0 0 0,0 0 0,0 0 0,0 0 0,0 1 0,-8 28 0,-10-1 0,-7 1 0,2 0 0,-2 0 0,5-1 0,6 0 0,-2-6 0,5-1 0,3 1 0,-3-6 0,2 2 0,2 1 0,2 3 0,2-5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33:1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33:18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33:21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33:18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33:18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33:21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5:51.15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6737 116 24575,'0'0'0,"-5"0"0,-8 0 0,-15 0 0,-6 0 0,-14-6 0,-12 1 0,-4-7 0,-14 1 0,-10 2 0,-4-4 0,-2 3 0,-11 1 0,-9 3 0,-15-3 0,-19 1 0,-7 1 0,10 3 0,1 1 0,-19 1 0,1 1 0,-11 1 0,-14 0 0,-6 1 0,-5-1 0,8 0 0,17 0 0,23 1 0,17-1 0,7 0 0,12 0 0,5 0 0,-4 0 0,-6 0 0,-11 0 0,-13 0 0,-4 0 0,8 0 0,2 0 0,0 0 0,18 0 0,11 5 0,9 1 0,9 5 0,10 0 0,2-2 0,7-2 0,5 3 0,-1-1 0,-3 4 0,1 3 0,3-1 0,2 3 0,3 2 0,2 3 0,7 2 0,7-3 0,6-6 0,5 1 0,4-4 0,7 1 0,1-2 0,1-3 0,-1-3 0,-2 3 0,-1-1 0,4 3 0,-1 0 0,0 3 0,-2-2 0,-1-2 0,-1-3 0,-1-3 0,-1-1 0,-1-2 0,1-1 0,-1-1 0,1 1 0,0-1 0,5 7 0,12-6 0,11-6 0,5-12 0,9-7 0,4-3 0,6-4 0,-3 1 0,-4-1 0,-5 18 0,-13 13 0,1 1 0,0 0 0,0 0 0,0 0 0,0-1 0,0 1 0,0 0 0,0 0 0,0 0 0,1 0 0,-1 0 0,0-1 0,0 1 0,0 0 0,0 0 0,0 0 0,0 0 0,0 0 0,0-1 0,0 1 0,0 0 0,0 0 0,0 0 0,0 0 0,0 0 0,0-1 0,-1 1 0,1 0 0,0 0 0,0 0 0,0 0 0,0 0 0,0-1 0,0 1 0,0 0 0,0 0 0,0 0 0,0 0 0,-1 0 0,1 0 0,0 0 0,0 0 0,0-1 0,0 1 0,0 0 0,-1 0 0,1 0 0,0 0 0,0 0 0,0 0 0,0 0 0,-1 0 0,-12 11 0,-9 9 0,-4 7 0,-4 3 0,-1 2 0,6 0 0,0 0 0,1-7 0,-1-6 0,6-2 0,-2 1 0,0-4 0,15-3 0,10 2 0,16-3 0,7-2 0,22-2 0,8-3 0,0-2 0,13 0 0,-1-1 0,6 5 0,-8 0 0,2 0 0,-9 0 0,-8 4 0,-14-1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5:54.20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7037.95947"/>
      <inkml:brushProperty name="anchorY" value="554.04504"/>
      <inkml:brushProperty name="scaleFactor" value="0.5"/>
    </inkml:brush>
  </inkml:definitions>
  <inkml:trace contextRef="#ctx0" brushRef="#br0">5013 747 24575,'0'0'0,"-5"0"0,-7-6 0,-5 0 0,-5 0 0,-3 1 0,-3-4 0,-6-4 0,-12-6 0,-13-3 0,-3-3 0,-9-3 0,-5 5 0,-4 0 0,8 5 0,-1 5 0,-1-1 0,3 4 0,-2-3 0,-2 2 0,2-3 0,4-3 0,-8 1 0,-2-2 0,-9-2 0,4 3 0,-1-3 0,-5 5 0,-17-2 0,-7 3 0,2 4 0,10-2 0,1 2 0,-1 3 0,-1-4 0,2 2 0,-1 2 0,-14 1 0,-20-3 0,-13 1 0,-6-4 0,10 1 0,13 2 0,10 3 0,12 1 0,10 3 0,19 1 0,-1 1 0,4 0 0,4 0 0,0 1 0,-2-1 0,9 1 0,-2-1 0,-1 0 0,1 0 0,3 6 0,3-1 0,8 1 0,7-1 0,8-2 0,6-1 0,3-1 0,3 0 0,7-7 0,22 6 0,-1 0 0,-1 0 0,1-1 0,0 1 0,-1 0 0,1 0 0,0-1 0,-1 1 0,1 0 0,0-1 0,-1 1 0,1-1 0,0 1 0,0 0 0,0-1 0,-1 1 0,1-1 0,0 1 0,0 0 0,0-1 0,0 1 0,0-1 0,0 1 0,0-1 0,0 1 0,0-1 0,0 1 0,0-1 0,7-16 0,6-11 0,5 2 0,5-1 0,3-1 0,-3 0 0,0 5 0,-17 6 0,-6 19 0,0-2 0,0 0 0,0 0 0,0 0 0,0 0 0,0 0 0,0 0 0,0 0 0,0 1 0,0-1 0,0 0 0,-1 0 0,1 0 0,0 0 0,0 0 0,0 0 0,0 0 0,0 0 0,0 0 0,0 0 0,0 0 0,0 0 0,-1 0 0,1 0 0,0 0 0,0 0 0,0 0 0,0 0 0,0 0 0,0 0 0,0 0 0,-1 0 0,1 0 0,0 0 0,0 0 0,0 0 0,0 0 0,0 0 0,0 0 0,0 0 0,0 0 0,0 0 0,0-1 0,-1 1 0,1 0 0,0 0 0,0 0 0,0 0 0,0 0 0,0 0 0,0 0 0,0 0 0,0 0 0,0 0 0,0-1 0,0 1 0,0 0 0,0 0 0,0 0 0,0 0 0,0 0 0,0 0 0,0 0 0,0-1 0,0 1 0,-20 11 0,-3 10 0,-3 5 0,-3 3 0,6 2 0,-1-6 0,0 0 0,0-6 0,4 0 0,-1-5 0,0-3 0,4 1 0,4 3 0,9-2 0,5 3 0,8-2 0,6-4 0,6-3 0,4 4 0,2-3 0,-3 4 0,-1-2 0,1-1 0,1-3 0,-5-2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7:53.5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73.29855"/>
      <inkml:brushProperty name="anchorY" value="543.49915"/>
      <inkml:brushProperty name="scaleFactor" value="0.5"/>
    </inkml:brush>
  </inkml:definitions>
  <inkml:trace contextRef="#ctx0" brushRef="#br0">6552 1046 24575,'0'0'0,"-5"0"0,-1-5 0,-5-1 0,-5-5 0,-5-11 0,-4 1 0,-1-9 0,-8-1 0,-6-2 0,-7 1 0,2-5 0,-9 0 0,-8-4 0,-14-4 0,-23-5 0,6 4 0,-18-3 0,2 4 0,3 4 0,4 5 0,12 8 0,16 4 0,14 6 0,14 6 0,9 0 0,6 3 0,4 3 0,-4 1 0,-12-3 0,0-4 0,-5 0 0,-14-4 0,-9 2 0,4-3 0,-5 4 0,-8-3 0,3 3 0,-9-3 0,-7-2 0,-35-4 0,-12 4 0,1-3 0,-2 5 0,5-2 0,12 5 0,6 2 0,10-1 0,15 2 0,6 2 0,4 3 0,9 2 0,-6 2 0,-7 0 0,-1 1 0,-14 1 0,-10-1 0,0 1 0,-7-1 0,-13 0 0,-5 0 0,-4 0 0,3 0 0,-1 0 0,18 0 0,-6 6 0,10 0 0,9-1 0,7 6 0,19-2 0,16 4 0,9-1 0,11 3 0,8-2 0,6-2 0,2-4 0,-2 3 0,-6-1 0,0 3 0,1 4 0,-4-2 0,2 4 0,2-3 0,-3 1 0,2 4 0,2-4 0,2-2 0,8 0 0,2-2 0,6 2 0,0 3 0,0-2 0,2 2 0,-1-2 0,4 1 0,-3-2 0,-3-4 0,3-8 0,3-10 0,4-7 0,4-6 0,2-4 0,2-4 0,1 0 0,1-1 0,-1 11 0,1 18 0,0 12 0,-1 16 0,0 6 0,0 9 0,0 0 0,0-1 0,0-3 0,0-3 0,0-3 0,0-2 0,0-1 0,0-1 0,0 0 0,0 0 0,0-12 0,0-11 0,6-12 0,6-3 0,-1-7 0,6-4 0,2 2 0,4-2 0,8-2 0,2 4 0,-4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8:15.64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7110.33154"/>
      <inkml:brushProperty name="anchorY" value="2052.54199"/>
      <inkml:brushProperty name="scaleFactor" value="0.5"/>
    </inkml:brush>
  </inkml:definitions>
  <inkml:trace contextRef="#ctx0" brushRef="#br0">0 1 24575,'0'0'0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8:16.38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6094.33105"/>
      <inkml:brushProperty name="anchorY" value="1036.54211"/>
      <inkml:brushProperty name="scaleFactor" value="0.5"/>
    </inkml:brush>
  </inkml:definitions>
  <inkml:trace contextRef="#ctx0" brushRef="#br0">1 1 24575,'0'0'0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48:42.93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3745.40918"/>
      <inkml:brushProperty name="anchorY" value="3265.83887"/>
      <inkml:brushProperty name="scaleFactor" value="0.5"/>
    </inkml:brush>
  </inkml:definitions>
  <inkml:trace contextRef="#ctx0" brushRef="#br0">4003 369 24575,'0'0'0,"0"-5"0,-6-1 0,-11-5 0,-18-5 0,-4-5 0,-14 3 0,-11 3 0,-8 4 0,-1-2 0,-5 4 0,-7-4 0,3 2 0,-1-4 0,5 3 0,12 3 0,5-4 0,10 3 0,8 2 0,7 3 0,4 1 0,3 2 0,-3 2 0,-1 0 0,-5 0 0,-5-5 0,-5 0 0,-9-1 0,-3 2 0,-2 1 0,-6-5 0,1 1 0,2 1 0,2 1 0,2 2 0,7-5 0,2 1 0,-4 1 0,-2 2 0,0-5 0,-6 1 0,0 1 0,0 2 0,8 1 0,-4 2 0,1 1 0,-6 1 0,7 0 0,0 0 0,8 1 0,-6-1 0,1 0 0,-1 0 0,4 1 0,6-1 0,7 0 0,4 0 0,3 0 0,3 0 0,1 0 0,1 0 0,0 0 0,-6 0 0,0 0 0,-1 0 0,2 0 0,0 0 0,8 5 0,0 1 0,1 0 0,-1-1 0,0-1 0,-2 4 0,-1-1 0,5 5 0,0-2 0,0-1 0,-2-2 0,4 3 0,0-2 0,-1-1 0,-2-2 0,-2-2 0,4 4 0,0 0 0,4 4 0,-1-1 0,-1-1 0,-3-2 0,-1 3 0,2-7 0,11-8 0,6-7 0,3-7 0,8 1 0,1-3 0,6 4 0,-2-2 0,-1-1 0,2 3 0,4-2 0,3-2 0,-7 10 0,-11 3 0,-3 10 0,-9 9 0,-7 2 0,2 5 0,-5 3 0,-2 3 0,-2-4 0,4 2 0,4 1 0,0-5 0,-3-4 0,4 1 0,-2 2 0,-2-2 0,-3 1 0,8-2 0,11-3 0,16-4 0,8-3 0,7-1 0,4-3 0,0 0 0,6-1 0,-1 1 0,5-1 0,-2 1 0,-2-1 0,-2 1 0,-3 0 0,-2 0 0,4 0 0,-1 0 0,-1 0 0,0 0 0,-2 0 0,-1 0 0,-6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1:34.45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16"/>
      <inkml:brushProperty name="anchorY" value="-1016"/>
      <inkml:brushProperty name="scaleFactor" value="0.5"/>
    </inkml:brush>
  </inkml:definitions>
  <inkml:trace contextRef="#ctx0" brushRef="#br0">394 17 24575,'0'0'0,"0"-4"0,-6-3 0,-5 1 0,-1 7 0,-4 1 0,2 8 0,-3-1 0,4 5 0,2 5 0,-2-3 0,-3-2 0,1 1 0,-2-3 0,3 3 0,3 3 0,-2-3 0,3 2 0,-4 3 0,3 3 0,2 2 0,3 2 0,-4-5 0,2 0 0,2 1 0,1 1 0,2 1 0,2 1 0,0 2 0,1 0 0,0 0 0,0 0 0,-5-5 0,0 0 0,-7-6 0,2 1 0,-5-5 0,-4 3 0,-3-4 0,9-3 0,4 3 0,9-3 0,10-1 0,1 3 0,6-2 0,4-2 0,-2 4 0,1-2 0,-3 5 0,1 3 0,-4 3 0,-4 4 0,3 3 0,-3 0 0,-3 2 0,4-6 0,-2 1 0,-2-1 0,-2 1 0,-1 1 0,3 1 0,0 1 0,-1 1 0,-1 0 0,3-5 0,0-1 0,4-5 0,-1 1 0,4-5 0,3-3 0,3-3 0,4-4 0,1-1 0,2-2 0,1-1 0,-1 1 0,-4-1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1:36.54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39.94019"/>
      <inkml:brushProperty name="anchorY" value="-3246.74634"/>
      <inkml:brushProperty name="scaleFactor" value="0.5"/>
    </inkml:brush>
  </inkml:definitions>
  <inkml:trace contextRef="#ctx0" brushRef="#br0">343 0 24575,'0'0'0,"-5"0"0,-7 0 0,-5 0 0,-5 0 0,-4 0 0,4 6 0,-1 0 0,6 5 0,3 6 0,6 3 0,3 4 0,3 3 0,2 1 0,0 1 0,1 0 0,0 0 0,0 0 0,-6 0 0,-1 0 0,-5-1 0,0 0 0,2 1 0,-4-7 0,3 0 0,-4-5 0,-4 1 0,-3-5 0,-3-3 0,4 2 0,9-3 0,11-1 0,5 3 0,8-2 0,5 3 0,5 0 0,-3 2 0,-3 4 0,-5 3 0,1 4 0,-4 1 0,-1 2 0,-3 0 0,-3 1 0,5-6 0,0 0 0,4-6 0,-1 1 0,5-4 0,-3 2 0,-2 2 0,3-3 0,3-3 0,-2 2 0,3-3 0,3-3 0,2-2 0,3-3 0,2-1 0,0-2 0,2 0 0,-6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1:45.0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262.26904"/>
      <inkml:brushProperty name="anchorY" value="-5224.53418"/>
      <inkml:brushProperty name="scaleFactor" value="0.5"/>
    </inkml:brush>
  </inkml:definitions>
  <inkml:trace contextRef="#ctx0" brushRef="#br0">54 31 24575,'0'0'0,"0"-5"0,11-2 0,6 1 0,6 1 0,4 2 0,2 1 0,1 0 0,0 2 0,-1 0 0,1 0 0,-1 6 0,0 0 0,-6 6 0,-1-1 0,-5 4 0,0 3 0,-4 4 0,-3 3 0,-4 1 0,-2 2 0,-3 7 0,-1 5 0,0 0 0,-1 0 0,1-3 0,-1-3 0,1-2 0,-1-3 0,1 0 0,0 0 0,0-2 0,6-5 0,0 0 0,6 0 0,10-4 0,-1 0 0,3-3 0,7 1 0,2-2 0,-11-5 0,-12-2 0,-7 3 0,-11 3 0,-2 5 0,0 3 0,2 4 0,1 2 0,3 1 0,2 1 0,1 0 0,1 0 0,0 0 0,0 5 0,1 1 0,5-7 0,0-1 0,0-1 0,-2 0 0,6 0 0,-2 0 0,-1 1 0,-1 1 0,-3 0 0,-1 0 0,-6-6 0,-8 1 0,0 0 0,-4 0 0,-4-3 0,2 0 0,-2-5 0,-1-3 0,3 1 0,-1-3 0,3 3 0,-1-2 0,-2 3 0,3 4 0,3 3 0,-6-2 0,-4-4 0,3 0 0,-2-2 0,-1 1 0,-1-2 0,-8-3 0,0-2 0,-2-4 0,1-1 0,1-1 0,2-1 0,0 5 0,1 0 0,7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1:49.75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193.11328"/>
      <inkml:brushProperty name="anchorY" value="-5862.46924"/>
      <inkml:brushProperty name="scaleFactor" value="0.5"/>
    </inkml:brush>
  </inkml:definitions>
  <inkml:trace contextRef="#ctx0" brushRef="#br0">0 0 24575,'0'0'0,"5"0"0,13 0 0,11 0 0,5 0 0,7 6 0,1 0 0,-2 5 0,-2-1 0,-4 0 0,-8 2 0,-1-2 0,-2 4 0,-5 4 0,0-3 0,2-2 0,1-5 0,-2 4 0,-5 3 0,1 3 0,-3 4 0,-4 3 0,-2 2 0,-3 7 0,5-5 0,-2 0 0,0-1 0,-2-1 0,-1 0 0,-1 1 0,-1 5 0,-1 1 0,0 0 0,5-7 0,1-1 0,5-2 0,5-4 0,-2-1 0,-1 2 0,2-5 0,2-3 0,4 1 0,3-3 0,1-3 0,3-3 0,-11-2 0,-11 4 0,-6 5 0,-10-1 0,0 11 0,-6-3 0,1 4 0,-3 1 0,4 1 0,-3-4 0,3 1 0,4 0 0,3 2 0,2 1 0,3 2 0,2 0 0,0 1 0,0 0 0,1 1 0,0-1 0,5-5 0,5 5 0,1 0 0,-1 2 0,3 0 0,-3-1 0,-1 0 0,-4 0 0,-7-28 0,1 1 0,-1 0 0,1 0 0,0 0 0,0 0 0,-1 0 0,0 0 0,1 0 0,-1 0 0,-1 2 0,-13 19 0,-8-1 0,-9-4 0,-3-4 0,-1-6 0,6 3 0,2-3 0,2-1 0,0-3 0,1 4 0,-2-1 0,-5-1 0,-2 4 0,1-1 0,0-1 0,1-3 0,7-1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1:54.50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12.1062"/>
      <inkml:brushProperty name="anchorY" value="-8485.07813"/>
      <inkml:brushProperty name="scaleFactor" value="0.5"/>
    </inkml:brush>
  </inkml:definitions>
  <inkml:trace contextRef="#ctx0" brushRef="#br0">0 100 24575,'0'0'0,"5"0"0,13 0 0,10 0 0,17 0 0,20 0 0,39 0 0,20 0 0,28 0 0,-4 0 0,3 0 0,-3 0 0,-13 0 0,-25 0 0,-36 0 0,-33-6 0,-40 7 0,0-1 0,-1 0 0,0 0 0,1 0 0,-1 0 0,1 0 0,-1 0 0,0 0 0,1 0 0,-1 0 0,0 0 0,1-1 0,-1 1 0,1 0 0,-1 0 0,0 0 0,1 0 0,-1-1 0,0 1 0,1 0 0,-1 0 0,0-1 0,0 1 0,1 0 0,-1 0 0,0-1 0,0 1 0,1 0 0,-1-1 0,0 1 0,0 0 0,0-1 0,1 0 0,-5-10 0,-13 0 0,-3-4 0,-4 2 0,-1 3 0,-3 2 0,0 3 0,6-3 0,10 1 0,12 7 0,16 2 0,14 6 0,18 1 0,8 5 0,5 5 0,1-3 0,-5-2 0,-6 1 0,-20-3 0,-17-3 0,-14-8 0,0-1 0,1 0 0,-1 0 0,0 0 0,0 0 0,0 0 0,0 1 0,0-1 0,0 0 0,0 0 0,0 0 0,0 0 0,0 0 0,0 1 0,0-1 0,0 0 0,0 0 0,0 0 0,0 0 0,0 1 0,0-1 0,0 0 0,0 0 0,0 0 0,0 0 0,0 1 0,0-1 0,0 0 0,0 0 0,0 0 0,-1 0 0,1 0 0,0 0 0,0 1 0,0-1 0,0 0 0,0 0 0,0 0 0,-1 0 0,1 0 0,0 0 0,0 0 0,0 0 0,0 0 0,0 0 0,-1 1 0,1-1 0,0 0 0,0 0 0,-15 9 0,-8-2 0,-5 5 0,-3-2 0,-1 4 0,-5-1 0,6 2 0,1-2 0,7-2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1:58.3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782.16406"/>
      <inkml:brushProperty name="anchorY" value="-9630.07422"/>
      <inkml:brushProperty name="scaleFactor" value="0.5"/>
    </inkml:brush>
  </inkml:definitions>
  <inkml:trace contextRef="#ctx0" brushRef="#br0">240 0 24575,'0'0'0,"5"0"0,7 0 0,5 0 0,5 0 0,4 6 0,1 0 0,2-1 0,0 6 0,-5 3 0,0 0 0,-7 3 0,1-2 0,-4 2 0,-4 2 0,2-2 0,-2 7 0,-3 3 0,-2 1 0,-2 2 0,-2 0 0,-6 5 0,-1 6 0,-5 5 0,0 5 0,-5-3 0,3 2 0,2-4 0,3 1 0,3-5 0,3-3 0,1-4 0,1-2 0,0 2 0,1 0 0,-1-2 0,7 0 0,-1-2 0,0-1 0,5-7 0,4 0 0,4-1 0,4 1 0,-8-4 0,-5 1 0,-10-5 0,-9-4 0,-2 8 0,-6-3 0,2 3 0,-4 3 0,-1 1 0,2 3 0,4 1 0,5 1 0,-3-5 0,3 0 0,3-1 0,1 2 0,2 1 0,2 1 0,0 2 0,2 0 0,-1 0 0,0 0 0,1 0 0,-1 1 0,0 5 0,0 0 0,0 0 0,0 5 0,0 4 0,0 5 0,0-3 0,0 4 0,0 1 0,0 2 0,0-4 0,0 1 0,0 2 0,-5-5 0,-1-4 0,-5-10 0,0-4 0,2-3 0,2-1 0,-3-5 0,-4-6 0,-5 2 0,-3-5 0,-4-2 0,-1-3 0,-1-2 0,-7-2 0,1 0 0,4-7 0,3-1 0,0-5 0,1 2 0,6-6 0,5 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7:52:12.87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526.18262"/>
      <inkml:brushProperty name="anchorY" value="-11036.27148"/>
      <inkml:brushProperty name="scaleFactor" value="0.5"/>
    </inkml:brush>
  </inkml:definitions>
  <inkml:trace contextRef="#ctx0" brushRef="#br0">1 1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5:42.6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64.54956"/>
      <inkml:brushProperty name="anchorY" value="-2768.99268"/>
      <inkml:brushProperty name="scaleFactor" value="0.5"/>
    </inkml:brush>
  </inkml:definitions>
  <inkml:trace contextRef="#ctx0" brushRef="#br0">0 1 24575,'0'0'0,"0"4"0,6 2 0,5 5 0,5-1 0,10-2 0,-2 4 0,1 3 0,2-2 0,-1 4 0,0-4 0,1 3 0,4 8 0,2 2 0,-1-4 0,-1-3 0,-2-1 0,-6 0 0,-1-2 0,-5 0 0,-1-2 0,2-4 0,-4 1 0,-2 4 0,6-3 0,-3 4 0,4 2 0,-4 3 0,-4 2 0,2 2 0,-2 1 0,-4 0 0,4 1 0,-3 6 0,-1-1 0,-2 0 0,-2-1 0,-2 5 0,0-2 0,-1-1 0,0-2 0,-1-1 0,1-2 0,0-1 0,-1 0 0,1-1 0,0 6 0,0-1 0,-5 17 0,0 9 0,-1 0 0,2 6 0,1 0 0,1-7 0,0-3 0,2-6 0,0-2 0,0 0 0,6-3 0,-1 1 0,6-4 0,5 2 0,3 3 0,4-3 0,2-3 0,1-3 0,7 6 0,-1-6 0,6 3 0,5 3 0,-2-2 0,-2-3 0,-4-7 0,-3-4 0,-7-1 0,-3-6 0,4 0 0,-4 0 0,1 3 0,0-5 0,-10-2 0,-10-5 0,-10-4 0,-9-2 0,0 3 0,-4 10 0,-2 5 0,3 4 0,5 2 0,-1 7 0,-2-5 0,3-1 0,4-1 0,-3-1 0,3 5 0,2 6 0,3 0 0,2 4 0,2 3 0,0-1 0,1 2 0,1-4 0,-1 2 0,1 1 0,-1-2 0,0 2 0,0-4 0,0 2 0,0 2 0,0 3 0,0-3 0,0-4 0,0 1 0,0 2 0,0-2 0,0 1 0,5 3 0,1-3 0,-1-3 0,0-4 0,-2-4 0,-1-1 0,-1-3 0,0-1 0,-1 0 0,-1 0 0,1 0 0,0 0 0,0 0 0,0 0 0,0 0 0,-1 1 0,1 4 0,0 7 0,6-1 0,-1-1 0,0-1 0,0-4 0,-2-1 0,-1-2 0,-1-1 0,0-1 0,-1 0 0,0 0 0,-1 0 0,1 0 0,0 1 0,0-1 0,0 1 0,0-1 0,0 0 0,0 1 0,0-1 0,0 1 0,0-1 0,0 1 0,0-1 0,0 1 0,0-1 0,-5 1 0,-1-1 0,-4-5 0,-6 0 0,-3 0 0,-4-4 0,3 1 0,-1-5 0,0-3 0,-2 2 0,-1-2 0,-1-3 0,-1 3 0,0-2 0,-1-1 0,-5-2 0,0 4 0,-6-2 0,-3 4 0,0-1 0,-3-2 0,4 3 0,-3-1 0,3-3 0,-2-1 0,4-3 0,2-1 0,3-1 0,3-1 0,6-1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5:45.3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567.77466"/>
      <inkml:brushProperty name="anchorY" value="-8786.58301"/>
      <inkml:brushProperty name="scaleFactor" value="0.5"/>
    </inkml:brush>
  </inkml:definitions>
  <inkml:trace contextRef="#ctx0" brushRef="#br0">1 213 24575,'0'0'0,"0"4"0,5 3 0,6-2 0,15-1 0,11 0 0,14-2 0,10-6 0,15-7 0,5 1 0,4 0 0,17-3 0,-1 2 0,-1-3 0,1 2 0,-15 3 0,-15 3 0,-16 2 0,-13 2 0,-13-5 0,-17 2 0,-12 5 0,0 0 0,0 0 0,0 0 0,0-1 0,0 1 0,0 0 0,1 0 0,-1 0 0,0 0 0,0 0 0,0-1 0,0 1 0,0 0 0,0 0 0,0 0 0,0 0 0,0 0 0,0-1 0,0 1 0,0 0 0,0 0 0,0 0 0,0 0 0,-1 0 0,1-1 0,0 1 0,0 0 0,0 0 0,0 0 0,0 0 0,0 0 0,0 0 0,0-1 0,0 1 0,0 0 0,-1 0 0,1 0 0,0 0 0,0 0 0,0 0 0,0 0 0,0 0 0,0 0 0,-1 0 0,1 0 0,0 0 0,0 0 0,-8-10 0,-8 2 0,1-4 0,-3 1 0,3-3 0,-3 2 0,-1 2 0,-2 4 0,3-4 0,9 3 0,10 1 0,15 1 0,12 2 0,11 2 0,13 5 0,0 2 0,-3-1 0,-6 0 0,-10 4 0,-32-7 0,0-2 0,1 1 0,-1 0 0,0 0 0,1 0 0,-1 0 0,0 0 0,0 0 0,0 1 0,0-1 0,0 0 0,0 0 0,1 3 0,-2-3 0,0 0 0,1 0 0,-1 1 0,0-1 0,0 0 0,0 1 0,0-1 0,0 0 0,0 0 0,0 1 0,0-1 0,0 0 0,-1 1 0,1-1 0,-1 0 0,0 2 0,-19 24 0,-19 6 0,-1 2 0,-11 4 0,-8 0 0,-8 3 0,5 7 0,1 4 0,3 2 0,8-4 0,2-1 0,11-10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5:52.9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028.17578"/>
      <inkml:brushProperty name="anchorY" value="-12160.40332"/>
      <inkml:brushProperty name="scaleFactor" value="0.5"/>
    </inkml:brush>
  </inkml:definitions>
  <inkml:trace contextRef="#ctx0" brushRef="#br0">0 1 24575,'0'0'0,"5"0"0,12 0 0,4 0 0,5 0 0,8 0 0,-5 5 0,1 0 0,-3 1 0,0-2 0,-1-1 0,0-1 0,-5 5 0,-1-2 0,-4 6 0,0-1 0,2-2 0,-3 4 0,-4 2 0,2-1 0,-3 4 0,3 2 0,-2 2 0,-3 2 0,-2 2 0,3 7 0,-2 0 0,-1 0 0,4 0 0,-1-2 0,3-2 0,-1 0 0,-3-1 0,-1 0 0,-3-1 0,-2 6 0,4-6 0,0 0 0,4 5 0,5 5 0,-2 0 0,-1-1 0,-4-1 0,-2-3 0,2-7 0,-1-1 0,4-7 0,-1 1 0,-2 0 0,3-3 0,-1 2 0,2-2 0,-1 1 0,3-3 0,3-3 0,-2 3 0,2-3 0,2 4 0,3-3 0,1-2 0,-3-7 0,-15-3 0,-16 4 0,-10 5 0,-6 6 0,-4 0 0,5 4 0,0-3 0,7 3 0,0 2 0,5 2 0,-2-3 0,5 1 0,2 1 0,3 2 0,3 2 0,1 1 0,2 1 0,0 5 0,1 1 0,-1 6 0,1-1 0,-1-2 0,1-2 0,-6-2 0,-6-2 0,0-1 0,-4-7 0,-3-5 0,-4-1 0,-2-4 0,-1-3 0,-1-4 0,-7-1 0,-4-2 0,-1-1 0,1-1 0,2 0 0,9-4 0,7-1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5:55.95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270.91309"/>
      <inkml:brushProperty name="anchorY" value="-14832.58887"/>
      <inkml:brushProperty name="scaleFactor" value="0.5"/>
    </inkml:brush>
  </inkml:definitions>
  <inkml:trace contextRef="#ctx0" brushRef="#br0">0 0 24575,'0'0'0,"5"0"0,12 0 0,10 0 0,4 0 0,3 0 0,0 0 0,-2 5 0,-1 1 0,-2-1 0,-6 5 0,-2-1 0,-5 3 0,0-1 0,-4 3 0,2 4 0,-2 2 0,2 3 0,-3 2 0,-2 1 0,2 1 0,-1 0 0,-3 0 0,-2 0 0,-2 0 0,4-6 0,-1 0 0,4 0 0,0 1 0,3-4 0,4 1 0,3-4 0,3-4 0,2 1 0,1-2 0,1-3 0,-5 3 0,0-2 0,-6 4 0,-10-2 0,-4 4 0,-3 2 0,-7 10 0,-1 2 0,1 7 0,1 1 0,3 0 0,1-3 0,1-1 0,7-3 0,6-1 0,0-1 0,0 5 0,-3 0 0,3-1 0,3 0 0,4-2 0,-2-1 0,2 0 0,-4-1 0,3-6 0,-9 0 0,-9-6 0,-9 1 0,-6 2 0,-11-3 0,-4 2 0,-2-4 0,0 2 0,2-3 0,1-2 0,1-4 0,2-2 0,0-2 0,0-2 0,6 5 0,1 0 0,-1 0 0,5-1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5:59.99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681.92773"/>
      <inkml:brushProperty name="anchorY" value="-17166.13281"/>
      <inkml:brushProperty name="scaleFactor" value="0.5"/>
    </inkml:brush>
  </inkml:definitions>
  <inkml:trace contextRef="#ctx0" brushRef="#br0">0 0 24575,'0'0'0,"5"0"0,6 0 0,11 0 0,4 0 0,8 0 0,7 0 0,1 0 0,2 0 0,3 5 0,-3 1 0,-3-1 0,-10 5 0,-5-1 0,-2-2 0,-1-2 0,-5 4 0,-5 4 0,-5 4 0,-3 4 0,-3 3 0,-2 1 0,-1 2 0,1 0 0,-1 0 0,0 1 0,0-1 0,1 0 0,0 5 0,5-1 0,0 1 0,6-6 0,-1-2 0,4 0 0,4-7 0,2 2 0,-2-1 0,1-2 0,-3 1 0,1-4 0,-4 3 0,2-4 0,-3-8 0,-8-3 0,-9-3 0,-7-1 0,-2 6 0,-4 5 0,3 7 0,-2-1 0,3 4 0,3 2 0,4 2 0,2 3 0,3 1 0,2 0 0,0 1 0,0 0 0,6 5 0,0 0 0,5 0 0,0-1 0,-3-1 0,-1-1 0,-3-2 0,-1 0 0,-2 0 0,-1-1 0,0 0 0,0 0 0,-6-5 0,0 0 0,-5-5 0,-4 0 0,-5-3 0,3 2 0,-8-4 0,-1-2 0,-7-3 0,-2-3 0,-4-1 0,-4-2 0,1 0 0,3 0 0,4-1 0,2 1 0,9-1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6:01.61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885.33984"/>
      <inkml:brushProperty name="anchorY" value="-19505.04102"/>
      <inkml:brushProperty name="scaleFactor" value="0.5"/>
    </inkml:brush>
  </inkml:definitions>
  <inkml:trace contextRef="#ctx0" brushRef="#br0">0 56 24575,'0'0'0,"9"-5"0,14-1 0,9 0 0,20-3 0,17 0 0,15 1 0,28 2 0,22 2 0,1 2 0,8 1 0,11 6 0,-7 7 0,-7-1 0,-10 5 0,-19-3 0,-14 3 0,-14-2 0,-13-4 0,-9 2 0,-5-2 0,-4-3 0,-2 3 0,6-1 0,-6-2 0,1-2 0,0-2 0,-16-1 0,-11-7 0,-23 5 0,-1-1 0,1 1 0,-1 0 0,1 0 0,-1-1 0,1 1 0,-1 0 0,1-1 0,-1 1 0,0 0 0,1-1 0,-1 1 0,1-1 0,-1 1 0,0-1 0,1 1 0,-1-1 0,0 1 0,0-1 0,1 1 0,-1-1 0,0 1 0,0-2 0,1-14 0,-10 0 0,-7-2 0,0-3 0,-3 4 0,-3 3 0,9 5 0,10 3 0,14 9 0,4 6 0,11 2 0,4 5 0,1 3 0,0-2 0,0-3 0,-1-5 0,-2-3 0,0-3 0,-1 4 0,-6 4 0,-5 4 0,-11 0 0,-5 3 0,-8 7 0,-7 2 0,0 3 0,-3-5 0,2-1 0,-1-1 0,3 0 0,3-4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6:04.31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240.58105"/>
      <inkml:brushProperty name="anchorY" value="-20863.80078"/>
      <inkml:brushProperty name="scaleFactor" value="0.5"/>
    </inkml:brush>
  </inkml:definitions>
  <inkml:trace contextRef="#ctx0" brushRef="#br0">0 1 24575,'0'0'0,"5"0"0,6 0 0,5 0 0,10 0 0,3 5 0,2 0 0,1 1 0,-1-2 0,-7 5 0,-1-2 0,-1 0 0,-5 3 0,1-1 0,1-2 0,-3 4 0,1 3 0,1 4 0,-2 4 0,-4 1 0,-4 3 0,-2 1 0,-4 0 0,-1 5 0,-1 1 0,-1-1 0,0 0 0,1-2 0,-1-2 0,1 0 0,5-1 0,0-1 0,6 1 0,-2-1 0,5-5 0,-1 0 0,2-1 0,3 2 0,2-4 0,-2 6 0,-4 2 0,-4 1 0,-4 5 0,-3 2 0,-2 4 0,-1-1 0,-1-1 0,0-3 0,1 4 0,-1-3 0,6-1 0,0-2 0,5-1 0,0-2 0,-1-1 0,-3 0 0,4 4 0,-2 1 0,-1-1 0,-2 0 0,-7-7 0,-7-6 0,-7-7 0,-4-4 0,-4-5 0,-8-1 0,-1-2 0,-5 0 0,0 0 0,2-1 0,2 2 0,3-1 0,7 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6:13.77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863.11719"/>
      <inkml:brushProperty name="anchorY" value="-28249.33398"/>
      <inkml:brushProperty name="scaleFactor" value="0.5"/>
    </inkml:brush>
  </inkml:definitions>
  <inkml:trace contextRef="#ctx0" brushRef="#br0">1 54 24575,'0'0'0,"4"0"0,8 0 0,4-5 0,10-1 0,3 1 0,7 0 0,7 2 0,4 1 0,13 1 0,19-5 0,7 1 0,10 0 0,9 0 0,16 2 0,7 2 0,26 0 0,41 0 0,59 6 0,46 6 0,19 0 0,-12-1-2248,-9 3 2890,-29-2-963,-25-2 321,-23-3-883,-13-2 1135,-21-3-378,-29 0 126,-21-1 0,-22 0 0,-5-1 0,-12 1 0,-6 5 0,-12 0 0,-4 1 2157,3-2-2773,6 5 1898,0-2-1560,1 5 417,-1-1-139,3 2 0,-11-1 0,-12-2 0,-13-4 0,-16 4 0,-13-3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6:14.75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1350.39063"/>
      <inkml:brushProperty name="anchorY" value="-29409.98438"/>
      <inkml:brushProperty name="scaleFactor" value="0.5"/>
    </inkml:brush>
  </inkml:definitions>
  <inkml:trace contextRef="#ctx0" brushRef="#br0">0 1 24575,'0'0'0,"4"0"0,19 0 0,4 0 0,15 0 0,7 0 0,-1 0 0,3 5 0,-5 0 0,-4 1 0,-6-2 0,-4 5 0,-3-1 0,-7 4 0,-7 3 0,-6 5 0,-4 2 0,-8 3 0,-3 1 0,-5-4 0,-6-6 0,2 1 0,2 0 0,4 2 0,3 2 0,-3-3 0,2 2 0,-4 0 0,1 3 0,2-5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6:16.67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2721.44922"/>
      <inkml:brushProperty name="anchorY" value="-30794.20117"/>
      <inkml:brushProperty name="scaleFactor" value="0.5"/>
    </inkml:brush>
  </inkml:definitions>
  <inkml:trace contextRef="#ctx0" brushRef="#br0">1 1 24575,'0'0'0,"4"4"0,8 2 0,4 0 0,9-2 0,10-1 0,12-1 0,11 0 0,5-2 0,5 0 0,0 0 0,-8 0 0,-9-1 0,-8 1 0,-13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06:20.5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5613.66406"/>
      <inkml:brushProperty name="anchorY" value="-33199.07031"/>
      <inkml:brushProperty name="scaleFactor" value="0.5"/>
    </inkml:brush>
  </inkml:definitions>
  <inkml:trace contextRef="#ctx0" brushRef="#br0">37 1 24575,'0'0'0,"5"4"0,6 8 0,10 4 0,0 5 0,-3 3 0,7 1 0,-4 2 0,6 1 0,-4 5 0,0 5 0,6 0 0,-5-1 0,-4-3 0,-1-7 0,-5-3 0,-9-7 0,-10-5 0,-8-5 0,-7-4 0,-4-7 0,-2-2 0,-2 0 0,0 0 0,0 2 0,0 7 0,0 0 0,7 7 0,-1 10 0,1 6 0,-6 2 0,4-4-7914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19:07.60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5074.13379"/>
      <inkml:brushProperty name="anchorY" value="-9435.73633"/>
      <inkml:brushProperty name="scaleFactor" value="0.5"/>
    </inkml:brush>
  </inkml:definitions>
  <inkml:trace contextRef="#ctx0" brushRef="#br0">5537 376 24575,'0'0'0,"-8"0"0,-15 0 0,-5 0 0,-7-5 0,-2-1 0,0-4 0,-3 0 0,3 1 0,-4 3 0,3 2 0,2-4 0,-3 1 0,3 2 0,-3 0 0,2 2 0,2 2 0,-8-5 0,-4 0 0,2 1 0,-7 1 0,-1 1 0,-2 1 0,-6-4 0,-4 0 0,-6 1 0,-14-5 0,-4 2 0,-6 0 0,-10 3 0,2 1 0,3 2 0,0-4 0,5 0 0,-6 1 0,9-5 0,4 2 0,-7 1 0,-14-3 0,-3 1 0,3-4 0,5 2 0,7 2 0,13 3 0,9 2 0,10 2 0,11 1 0,0 1 0,7 0 0,0 1 0,-5-1 0,4 1 0,-6-1 0,-12 0 0,-6 0 0,0 0 0,-8 0 0,-7 0 0,-1 0 0,-5 0 0,1 0 0,7 0 0,3 0 0,3 0 0,6 0 0,1 0 0,6 0 0,8 0 0,-1 0 0,-2 0 0,0 0 0,-3 0 0,-5 0 0,2 0 0,-3 5 0,3 1 0,8-1 0,10 0 0,7-2 0,8-1 0,9 4 0,9-5 0,16-2 0,0 0 0,-1 1 0,1 0 0,0 0 0,-1 0 0,1-1 0,0 1 0,0 0 0,-1 0 0,1 0 0,0-1 0,0 1 0,0 0 0,-1-1 0,1 1 0,0 0 0,0 0 0,0-1 0,0 1 0,0 0 0,0-1 0,-1 1 0,1 0 0,0-1 0,0 1 0,0 0 0,0-1 0,0 1 0,0 0 0,0-1 0,1 0 0,5-16 0,4-6 0,7-4 0,3 4 0,3 5 0,-3 1 0,-15 9 0,-10 9 0,-10 10 0,-7 6 0,-9 6 0,-2 3 0,-2 1 0,2 2 0,1-7 0,2-4 0,2-2 0,0 2 0,2-4 0,-1 2 0,1-4 0,0-2 0,5 2 0,11-3 0,10-2 0,11-2 0,7-2 0,5-1 0,3-2 0,2 0 0,1 0 0,-1-1 0,-5 6 0,0 0 0,-7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19:10.4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1401.42383"/>
      <inkml:brushProperty name="anchorY" value="-8357.13867"/>
      <inkml:brushProperty name="scaleFactor" value="0.5"/>
    </inkml:brush>
  </inkml:definitions>
  <inkml:trace contextRef="#ctx0" brushRef="#br0">4939 505 24575,'0'0'0,"0"-5"0,0-6 0,-5-5 0,-6 1 0,-11 2 0,-14-2 0,-10-2 0,-11-3 0,-9-2 0,4 3 0,-10-1 0,-2-1 0,-4-2 0,4 0 0,-6-2 0,-6-1 0,-1 5 0,5 0 0,-3 5 0,-20-6 0,-11-2 0,-4 4 0,-6-1 0,3 4 0,2 5 0,10-1 0,-12 3 0,3 2 0,0 3 0,-1 3 0,8 0 0,3 2 0,3 0 0,2 1 0,5-1 0,2 1 0,4-1 0,4 0 0,4 0 0,3 1 0,8-1 0,-4 0 0,0 5 0,5 0 0,5 6 0,5 4 0,-1 5 0,4 8 0,2-3 0,2 1 0,-4 0 0,2 6 0,0-1 0,2 1 0,7-7 0,1-1 0,11-1 0,6 1 0,4-6 0,8 1 0,0 1 0,2-4 0,-3-4 0,21-14 0,-1 2 0,1 0 0,-1 0 0,0 0 0,0 0 0,0 0 0,0 0 0,0 0 0,1 0 0,-1-1 0,0 1 0,0 0 0,0 0 0,1-1 0,-1 1 0,0-1 0,0 1 0,1-1 0,-1 1 0,0-1 0,-12-21 0,4-19 0,4-15 0,8-6 0,7 3 0,1 6 0,-1 18 0,-12 19 0,3 15 0,-1 1 0,0 0 0,0 0 0,0 0 0,0 0 0,0-1 0,0 1 0,0 0 0,0 0 0,0 0 0,0 0 0,0 0 0,-1 0 0,1 0 0,0 0 0,0-1 0,0 1 0,0 0 0,0 0 0,0 0 0,0 0 0,-1 0 0,1 0 0,0 0 0,0 0 0,0 0 0,0 0 0,0 0 0,0 0 0,-1 0 0,1 0 0,0 0 0,0 0 0,0 0 0,0 0 0,0 0 0,-1 0 0,1 0 0,0 0 0,0 0 0,0 0 0,0 0 0,0 0 0,0 1 0,0-1 0,-1 0 0,1 0 0,0 0 0,0 0 0,0 0 0,0 0 0,0 0 0,0 0 0,0 1 0,0-1 0,0 0 0,0 0 0,-18 17 0,-5 10 0,-4 10 0,-2-3 0,-1-1 0,1-2 0,0-8 0,1 0 0,1-2 0,0 1 0,0-4 0,1 0 0,-1-4 0,1-3 0,5 1 0,6 2 0,10-1 0,10-3 0,13-3 0,13-2 0,9-3 0,13-1 0,4-1 0,3 0 0,5-1 0,4 1 0,-1-1 0,3 1 0,-4 0 0,-8 0 0,-14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08:19:43.18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16647.53906"/>
      <inkml:brushProperty name="anchorY" value="-7314.78369"/>
      <inkml:brushProperty name="scaleFactor" value="0.5"/>
    </inkml:brush>
  </inkml:definitions>
  <inkml:trace contextRef="#ctx0" brushRef="#br0">1 0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7C6D7-BF3B-42FC-91F0-99BFD321B0AA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69BB3-D495-4F17-A4D7-5AE572FCE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1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53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1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1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9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1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4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2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6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33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64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5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B4C39-779B-456F-B6F7-709D0BC5EA86}" type="datetimeFigureOut">
              <a:rPr lang="ru-RU" smtClean="0"/>
              <a:t>17.11.2025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65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6.sv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1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svg"/><Relationship Id="rId7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9.png"/><Relationship Id="rId4" Type="http://schemas.openxmlformats.org/officeDocument/2006/relationships/customXml" Target="../ink/ink2.xml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5.png"/><Relationship Id="rId18" Type="http://schemas.openxmlformats.org/officeDocument/2006/relationships/customXml" Target="../ink/ink12.xml"/><Relationship Id="rId3" Type="http://schemas.openxmlformats.org/officeDocument/2006/relationships/image" Target="../media/image6.svg"/><Relationship Id="rId21" Type="http://schemas.openxmlformats.org/officeDocument/2006/relationships/image" Target="../media/image39.png"/><Relationship Id="rId7" Type="http://schemas.openxmlformats.org/officeDocument/2006/relationships/customXml" Target="../ink/ink7.xml"/><Relationship Id="rId12" Type="http://schemas.openxmlformats.org/officeDocument/2006/relationships/customXml" Target="../ink/ink9.xml"/><Relationship Id="rId17" Type="http://schemas.openxmlformats.org/officeDocument/2006/relationships/image" Target="../media/image37.png"/><Relationship Id="rId2" Type="http://schemas.openxmlformats.org/officeDocument/2006/relationships/image" Target="../media/image5.png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5" Type="http://schemas.openxmlformats.org/officeDocument/2006/relationships/image" Target="../media/image36.png"/><Relationship Id="rId10" Type="http://schemas.openxmlformats.org/officeDocument/2006/relationships/customXml" Target="../ink/ink8.xml"/><Relationship Id="rId19" Type="http://schemas.openxmlformats.org/officeDocument/2006/relationships/image" Target="../media/image38.png"/><Relationship Id="rId4" Type="http://schemas.openxmlformats.org/officeDocument/2006/relationships/customXml" Target="../ink/ink5.xml"/><Relationship Id="rId9" Type="http://schemas.openxmlformats.org/officeDocument/2006/relationships/image" Target="../media/image33.png"/><Relationship Id="rId14" Type="http://schemas.openxmlformats.org/officeDocument/2006/relationships/customXml" Target="../ink/ink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customXml" Target="../ink/ink18.xml"/><Relationship Id="rId18" Type="http://schemas.openxmlformats.org/officeDocument/2006/relationships/image" Target="../media/image47.png"/><Relationship Id="rId3" Type="http://schemas.openxmlformats.org/officeDocument/2006/relationships/image" Target="../media/image6.svg"/><Relationship Id="rId7" Type="http://schemas.openxmlformats.org/officeDocument/2006/relationships/customXml" Target="../ink/ink15.xml"/><Relationship Id="rId12" Type="http://schemas.openxmlformats.org/officeDocument/2006/relationships/image" Target="../media/image44.png"/><Relationship Id="rId17" Type="http://schemas.openxmlformats.org/officeDocument/2006/relationships/customXml" Target="../ink/ink20.xml"/><Relationship Id="rId2" Type="http://schemas.openxmlformats.org/officeDocument/2006/relationships/image" Target="../media/image5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openxmlformats.org/officeDocument/2006/relationships/customXml" Target="../ink/ink16.xml"/><Relationship Id="rId1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customXml" Target="../ink/ink25.xml"/><Relationship Id="rId18" Type="http://schemas.openxmlformats.org/officeDocument/2006/relationships/image" Target="../media/image57.png"/><Relationship Id="rId26" Type="http://schemas.openxmlformats.org/officeDocument/2006/relationships/image" Target="../media/image61.png"/><Relationship Id="rId3" Type="http://schemas.openxmlformats.org/officeDocument/2006/relationships/image" Target="../media/image6.svg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54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2" Type="http://schemas.openxmlformats.org/officeDocument/2006/relationships/image" Target="../media/image5.png"/><Relationship Id="rId16" Type="http://schemas.openxmlformats.org/officeDocument/2006/relationships/image" Target="../media/image56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customXml" Target="../ink/ink24.xml"/><Relationship Id="rId24" Type="http://schemas.openxmlformats.org/officeDocument/2006/relationships/image" Target="../media/image60.png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10" Type="http://schemas.openxmlformats.org/officeDocument/2006/relationships/image" Target="../media/image53.png"/><Relationship Id="rId19" Type="http://schemas.openxmlformats.org/officeDocument/2006/relationships/customXml" Target="../ink/ink28.xml"/><Relationship Id="rId4" Type="http://schemas.openxmlformats.org/officeDocument/2006/relationships/image" Target="../media/image50.png"/><Relationship Id="rId9" Type="http://schemas.openxmlformats.org/officeDocument/2006/relationships/customXml" Target="../ink/ink23.xml"/><Relationship Id="rId14" Type="http://schemas.openxmlformats.org/officeDocument/2006/relationships/image" Target="../media/image55.png"/><Relationship Id="rId22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.svg"/><Relationship Id="rId7" Type="http://schemas.openxmlformats.org/officeDocument/2006/relationships/customXml" Target="../ink/ink3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11" Type="http://schemas.openxmlformats.org/officeDocument/2006/relationships/image" Target="../media/image68.png"/><Relationship Id="rId5" Type="http://schemas.openxmlformats.org/officeDocument/2006/relationships/customXml" Target="../ink/ink32.xml"/><Relationship Id="rId10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openxmlformats.org/officeDocument/2006/relationships/customXml" Target="../ink/ink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111642">
            <a:off x="7442248" y="879012"/>
            <a:ext cx="5859056" cy="5658577"/>
          </a:xfrm>
          <a:custGeom>
            <a:avLst/>
            <a:gdLst/>
            <a:ahLst/>
            <a:cxnLst/>
            <a:rect l="l" t="t" r="r" b="b"/>
            <a:pathLst>
              <a:path w="10443683" h="8487866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r="-18832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2878961" y="6172200"/>
            <a:ext cx="6484879" cy="685800"/>
          </a:xfrm>
          <a:custGeom>
            <a:avLst/>
            <a:gdLst/>
            <a:ahLst/>
            <a:cxnLst/>
            <a:rect l="l" t="t" r="r" b="b"/>
            <a:pathLst>
              <a:path w="9727319" h="3106962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b="-202028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616540" y="976354"/>
            <a:ext cx="5696501" cy="31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54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Методы машинного обучения.</a:t>
            </a:r>
            <a:endParaRPr lang="en-US" sz="54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  <a:p>
            <a:r>
              <a:rPr lang="ru-RU" sz="4400" dirty="0">
                <a:solidFill>
                  <a:srgbClr val="004AAD"/>
                </a:solidFill>
                <a:latin typeface="Bookman Old Style" panose="02050604050505020204" pitchFamily="18" charset="0"/>
              </a:rPr>
              <a:t>Лекция №</a:t>
            </a:r>
            <a:r>
              <a:rPr lang="en-US" sz="4400" dirty="0">
                <a:solidFill>
                  <a:srgbClr val="004AAD"/>
                </a:solidFill>
                <a:latin typeface="Bookman Old Style" panose="02050604050505020204" pitchFamily="18" charset="0"/>
              </a:rPr>
              <a:t>12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6540" y="4654773"/>
            <a:ext cx="68266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800" dirty="0">
                <a:solidFill>
                  <a:srgbClr val="2BB4D4"/>
                </a:solidFill>
                <a:latin typeface="Bookman Old Style" panose="02050604050505020204" pitchFamily="18" charset="0"/>
              </a:rPr>
              <a:t>Дементьева Кристина Игоревна, </a:t>
            </a:r>
            <a:endParaRPr lang="en-US" sz="28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  <a:p>
            <a:r>
              <a:rPr lang="ru-RU" sz="1600" dirty="0">
                <a:solidFill>
                  <a:srgbClr val="2BB4D4"/>
                </a:solidFill>
                <a:latin typeface="Bookman Old Style" panose="02050604050505020204" pitchFamily="18" charset="0"/>
              </a:rPr>
              <a:t>Старший преподаватель кафедры Прикладной математики и кибернетики СибГУТИ</a:t>
            </a:r>
            <a:endParaRPr lang="en-US" sz="16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4142" y="6220147"/>
            <a:ext cx="3234585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33"/>
              </a:lnSpc>
            </a:pPr>
            <a:r>
              <a:rPr lang="en-US" sz="1666" spc="83" dirty="0">
                <a:solidFill>
                  <a:srgbClr val="A9DDE9"/>
                </a:solidFill>
                <a:latin typeface="Bookman Old Style" panose="02050604050505020204" pitchFamily="18" charset="0"/>
              </a:rPr>
              <a:t>kirsten-frost@mail.ru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9979003" y="3011534"/>
            <a:ext cx="3666388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Bookman Old Style" panose="02050604050505020204" pitchFamily="18" charset="0"/>
              </a:rPr>
              <a:t>Методы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836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5392-C81C-2BD6-2008-6CC8F9D8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ACFAD18-4FB5-55D1-199D-4EE5D5F458F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F0D9F68-2F75-A1FC-6F0C-81C743A12299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FF95802-15DD-9AFC-2A25-5A134CBAE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22EBA52-B7C9-752C-1EE6-AEBB5A119CE4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48BAF-A1BF-2589-0AFC-1B14DEBC65EC}"/>
              </a:ext>
            </a:extLst>
          </p:cNvPr>
          <p:cNvSpPr txBox="1"/>
          <p:nvPr/>
        </p:nvSpPr>
        <p:spPr>
          <a:xfrm>
            <a:off x="617615" y="1399073"/>
            <a:ext cx="11009915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Bookman Old Style" panose="02050604050505020204" pitchFamily="18" charset="0"/>
              </a:rPr>
              <a:t>PyTorch</a:t>
            </a:r>
            <a:r>
              <a:rPr lang="en-US" sz="2400" b="1" dirty="0">
                <a:latin typeface="Bookman Old Style" panose="02050604050505020204" pitchFamily="18" charset="0"/>
              </a:rPr>
              <a:t> </a:t>
            </a:r>
            <a:r>
              <a:rPr lang="en-US" sz="2400" dirty="0">
                <a:latin typeface="Bookman Old Style" panose="02050604050505020204" pitchFamily="18" charset="0"/>
              </a:rPr>
              <a:t>- </a:t>
            </a:r>
            <a:r>
              <a:rPr lang="ru-RU" sz="2400" dirty="0">
                <a:latin typeface="Bookman Old Style" panose="02050604050505020204" pitchFamily="18" charset="0"/>
              </a:rPr>
              <a:t>открытый фреймворк для машинного обучения с широкой поддержкой GPU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Ключевые особенности: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Вычисления происходят сразу, как в </a:t>
            </a:r>
            <a:r>
              <a:rPr lang="ru-RU" sz="2000" dirty="0" err="1">
                <a:latin typeface="Bookman Old Style" panose="02050604050505020204" pitchFamily="18" charset="0"/>
              </a:rPr>
              <a:t>NumPy</a:t>
            </a:r>
            <a:r>
              <a:rPr lang="ru-RU" sz="2000" dirty="0">
                <a:latin typeface="Bookman Old Style" panose="02050604050505020204" pitchFamily="18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 Динамические графы вычислений (</a:t>
            </a:r>
            <a:r>
              <a:rPr lang="ru-RU" sz="2000" dirty="0" err="1">
                <a:latin typeface="Bookman Old Style" panose="02050604050505020204" pitchFamily="18" charset="0"/>
              </a:rPr>
              <a:t>Define-by-Run</a:t>
            </a:r>
            <a:r>
              <a:rPr lang="ru-RU" sz="2000" dirty="0">
                <a:latin typeface="Bookman Old Style" panose="02050604050505020204" pitchFamily="18" charset="0"/>
              </a:rPr>
              <a:t>): Граф строится "на лету" в процессе выполнения операций. Подходит для рекурсивных сетей.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Мощный механизм </a:t>
            </a:r>
            <a:r>
              <a:rPr lang="ru-RU" sz="2000" dirty="0" err="1">
                <a:latin typeface="Bookman Old Style" panose="02050604050505020204" pitchFamily="18" charset="0"/>
              </a:rPr>
              <a:t>Autograd</a:t>
            </a:r>
            <a:r>
              <a:rPr lang="ru-RU" sz="2000" dirty="0">
                <a:latin typeface="Bookman Old Style" panose="02050604050505020204" pitchFamily="18" charset="0"/>
              </a:rPr>
              <a:t>: Автоматическое вычисление градиентов.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Экосистема: </a:t>
            </a:r>
            <a:r>
              <a:rPr lang="ru-RU" sz="2000" dirty="0" err="1">
                <a:latin typeface="Bookman Old Style" panose="02050604050505020204" pitchFamily="18" charset="0"/>
              </a:rPr>
              <a:t>TorchVision</a:t>
            </a:r>
            <a:r>
              <a:rPr lang="ru-RU" sz="2000" dirty="0">
                <a:latin typeface="Bookman Old Style" panose="02050604050505020204" pitchFamily="18" charset="0"/>
              </a:rPr>
              <a:t> (компьютерное зрение), </a:t>
            </a:r>
            <a:r>
              <a:rPr lang="ru-RU" sz="2000" dirty="0" err="1">
                <a:latin typeface="Bookman Old Style" panose="02050604050505020204" pitchFamily="18" charset="0"/>
              </a:rPr>
              <a:t>TorchText</a:t>
            </a:r>
            <a:r>
              <a:rPr lang="ru-RU" sz="2000" dirty="0">
                <a:latin typeface="Bookman Old Style" panose="02050604050505020204" pitchFamily="18" charset="0"/>
              </a:rPr>
              <a:t> (NLP), </a:t>
            </a:r>
            <a:r>
              <a:rPr lang="ru-RU" sz="2000" dirty="0" err="1">
                <a:latin typeface="Bookman Old Style" panose="02050604050505020204" pitchFamily="18" charset="0"/>
              </a:rPr>
              <a:t>TorchAudio</a:t>
            </a:r>
            <a:r>
              <a:rPr lang="ru-RU" sz="2000" dirty="0">
                <a:latin typeface="Bookman Old Style" panose="02050604050505020204" pitchFamily="18" charset="0"/>
              </a:rPr>
              <a:t> (аудио).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latin typeface="Bookman Old Style" panose="02050604050505020204" pitchFamily="18" charset="0"/>
              </a:rPr>
              <a:t>Сравнение с </a:t>
            </a:r>
            <a:r>
              <a:rPr lang="ru-RU" sz="2000" dirty="0" err="1">
                <a:latin typeface="Bookman Old Style" panose="02050604050505020204" pitchFamily="18" charset="0"/>
              </a:rPr>
              <a:t>TensorFlow</a:t>
            </a:r>
            <a:r>
              <a:rPr lang="ru-RU" sz="2000" dirty="0">
                <a:latin typeface="Bookman Old Style" panose="02050604050505020204" pitchFamily="18" charset="0"/>
              </a:rPr>
              <a:t> (кратко): Раньше TF — статические графы, </a:t>
            </a:r>
            <a:r>
              <a:rPr lang="ru-RU" sz="2000" dirty="0" err="1">
                <a:latin typeface="Bookman Old Style" panose="02050604050505020204" pitchFamily="18" charset="0"/>
              </a:rPr>
              <a:t>PyTorch</a:t>
            </a:r>
            <a:r>
              <a:rPr lang="ru-RU" sz="2000" dirty="0">
                <a:latin typeface="Bookman Old Style" panose="02050604050505020204" pitchFamily="18" charset="0"/>
              </a:rPr>
              <a:t> — динамические. Сейчас TF 2.x тоже использует немедленное выполнение, но </a:t>
            </a:r>
            <a:r>
              <a:rPr lang="ru-RU" sz="2000" dirty="0" err="1">
                <a:latin typeface="Bookman Old Style" panose="02050604050505020204" pitchFamily="18" charset="0"/>
              </a:rPr>
              <a:t>PyTorch</a:t>
            </a:r>
            <a:r>
              <a:rPr lang="ru-RU" sz="2000" dirty="0">
                <a:latin typeface="Bookman Old Style" panose="02050604050505020204" pitchFamily="18" charset="0"/>
              </a:rPr>
              <a:t> остается фаворитом в исследовательской среде.</a:t>
            </a:r>
          </a:p>
        </p:txBody>
      </p:sp>
    </p:spTree>
    <p:extLst>
      <p:ext uri="{BB962C8B-B14F-4D97-AF65-F5344CB8AC3E}">
        <p14:creationId xmlns:p14="http://schemas.microsoft.com/office/powerpoint/2010/main" val="1744332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6FB6-1412-DBD6-FA12-04425A74F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9FD753-028F-7F47-BC59-0CC6DC7C631F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F540A5C-077A-BF21-2EF4-1F94CC31D320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23C49D1-62A3-4485-A471-2D412E983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C45A71-F7FB-4BBC-19E0-58284A12EA45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965917-C34D-8582-4DE6-3D52EA77A11E}"/>
              </a:ext>
            </a:extLst>
          </p:cNvPr>
          <p:cNvSpPr txBox="1"/>
          <p:nvPr/>
        </p:nvSpPr>
        <p:spPr>
          <a:xfrm>
            <a:off x="858910" y="927319"/>
            <a:ext cx="362554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Bookman Old Style" panose="02050604050505020204" pitchFamily="18" charset="0"/>
              </a:rPr>
              <a:t>Базовый строительный блок: Тензоры</a:t>
            </a:r>
          </a:p>
          <a:p>
            <a:endParaRPr lang="ru-RU" sz="2800" b="1" dirty="0"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21F46A-8810-7E99-901C-DC027177D984}"/>
              </a:ext>
            </a:extLst>
          </p:cNvPr>
          <p:cNvSpPr txBox="1"/>
          <p:nvPr/>
        </p:nvSpPr>
        <p:spPr>
          <a:xfrm>
            <a:off x="858910" y="2743201"/>
            <a:ext cx="384927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Тензор — это обобщение матриц и векторов на N-мерное пространство.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0-D тензор = скаляр</a:t>
            </a:r>
          </a:p>
          <a:p>
            <a:r>
              <a:rPr lang="ru-RU" dirty="0">
                <a:latin typeface="Bookman Old Style" panose="02050604050505020204" pitchFamily="18" charset="0"/>
              </a:rPr>
              <a:t>1-D тензор = вектор</a:t>
            </a:r>
          </a:p>
          <a:p>
            <a:r>
              <a:rPr lang="ru-RU" dirty="0">
                <a:latin typeface="Bookman Old Style" panose="02050604050505020204" pitchFamily="18" charset="0"/>
              </a:rPr>
              <a:t>2-D тензор = матрица</a:t>
            </a:r>
          </a:p>
          <a:p>
            <a:r>
              <a:rPr lang="ru-RU" dirty="0">
                <a:latin typeface="Bookman Old Style" panose="02050604050505020204" pitchFamily="18" charset="0"/>
              </a:rPr>
              <a:t>3-D тензор = "куб" данных (например, RGB-изображение)</a:t>
            </a:r>
            <a:endParaRPr lang="ru-RU" dirty="0">
              <a:latin typeface="Book Antiqua" panose="0204060205030503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23094C-49C2-054B-859F-AA1C4098DC55}"/>
              </a:ext>
            </a:extLst>
          </p:cNvPr>
          <p:cNvSpPr txBox="1"/>
          <p:nvPr/>
        </p:nvSpPr>
        <p:spPr>
          <a:xfrm>
            <a:off x="5262297" y="927319"/>
            <a:ext cx="362554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>
                <a:latin typeface="Bookman Old Style" panose="02050604050505020204" pitchFamily="18" charset="0"/>
              </a:rPr>
              <a:t>Ключевые характеристики тензора</a:t>
            </a:r>
            <a:endParaRPr lang="ru-RU" sz="2800" b="1" dirty="0">
              <a:latin typeface="Bookman Old Style" panose="020506040505050202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3100549-8564-1978-3B9D-362DADB47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49" y="2734891"/>
            <a:ext cx="5282803" cy="216926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35A76E6-6468-5A23-D566-CD8F9735B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038" y="5036644"/>
            <a:ext cx="3524691" cy="144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18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4055-DD8A-325E-812D-14D04CEB2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26DDAB-2C96-3127-1796-960E4220D5C3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AF795E8-1BD8-B902-EF21-32704B7F25F8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1B827D9-EDB7-F601-90EF-9E10059F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1245D5-7709-9308-2D44-89EE20B552FA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F14BE-5CEF-F536-45D8-BEB8066653BA}"/>
              </a:ext>
            </a:extLst>
          </p:cNvPr>
          <p:cNvSpPr txBox="1"/>
          <p:nvPr/>
        </p:nvSpPr>
        <p:spPr>
          <a:xfrm>
            <a:off x="660477" y="1443921"/>
            <a:ext cx="3216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Создание тензоров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E92F24-2B2F-70E4-3150-63BA11872A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134"/>
          <a:stretch>
            <a:fillRect/>
          </a:stretch>
        </p:blipFill>
        <p:spPr>
          <a:xfrm>
            <a:off x="660477" y="1943259"/>
            <a:ext cx="3754269" cy="271085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249E580-0524-DE0C-089B-F051B98A5E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99" y="4763744"/>
            <a:ext cx="4401803" cy="16020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6B1F95E-83D0-9BB3-6278-BB084B1E092D}"/>
              </a:ext>
            </a:extLst>
          </p:cNvPr>
          <p:cNvSpPr txBox="1"/>
          <p:nvPr/>
        </p:nvSpPr>
        <p:spPr>
          <a:xfrm>
            <a:off x="5177711" y="1443921"/>
            <a:ext cx="4870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Операции (поэлементные</a:t>
            </a:r>
            <a:r>
              <a:rPr lang="en-US" sz="2000" dirty="0">
                <a:latin typeface="Bookman Old Style" panose="02050604050505020204" pitchFamily="18" charset="0"/>
              </a:rPr>
              <a:t>)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B135312-0C19-5956-4CDF-410D154FF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7711" y="1943259"/>
            <a:ext cx="3400022" cy="252120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11F4A49-F64D-C477-A409-C97358B621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529" y="4654112"/>
            <a:ext cx="4185453" cy="160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06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422E-D6EA-22BA-C295-91AF3E12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7F73F9-CA9A-6974-5499-590FA7BE21C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CF80474-A1F3-CE90-F4FD-4FDBE0E90F2A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6796EAB-46D1-B280-0F47-D007DDFFB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5EACE0-A48C-49C5-9E4B-1015117DB318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B45370-189A-A3EB-C573-BA7840F73E5D}"/>
              </a:ext>
            </a:extLst>
          </p:cNvPr>
          <p:cNvSpPr txBox="1"/>
          <p:nvPr/>
        </p:nvSpPr>
        <p:spPr>
          <a:xfrm>
            <a:off x="660477" y="1443921"/>
            <a:ext cx="32169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Операции с формами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DE071F-7D57-941D-CB14-206A1C703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77" y="2116779"/>
            <a:ext cx="3867150" cy="19240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9B0D2DD-8037-33A3-AAE1-3BCA9DAD25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774" y="4431861"/>
            <a:ext cx="255270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6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2B4F1-3153-3E86-1B42-DC141CFFF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821A0C-39B2-619A-AC75-8C11E6FA7304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A61A751-4C32-0608-C9AB-2545B63D385F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4981DCF-2D47-6DEF-30DA-AB59F6509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CBA5F79-B978-F9EE-02F8-40ACB495B65C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1F262-665B-D8BA-2E13-F32AFD781503}"/>
              </a:ext>
            </a:extLst>
          </p:cNvPr>
          <p:cNvSpPr txBox="1"/>
          <p:nvPr/>
        </p:nvSpPr>
        <p:spPr>
          <a:xfrm>
            <a:off x="660477" y="1443921"/>
            <a:ext cx="1023104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Задание: применить тензорные операции для вычисления статистик</a:t>
            </a:r>
          </a:p>
          <a:p>
            <a:endParaRPr lang="ru-RU" sz="2000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Создаем синтетические данные о студентах: [рост, вес, возраст]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AD6D77-B588-D3C1-1FFC-5D7E3A040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770" y="2643344"/>
            <a:ext cx="3829050" cy="21240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FFCC7E-289F-E176-D7E4-628F8AD2209F}"/>
              </a:ext>
            </a:extLst>
          </p:cNvPr>
          <p:cNvSpPr txBox="1"/>
          <p:nvPr/>
        </p:nvSpPr>
        <p:spPr>
          <a:xfrm>
            <a:off x="660476" y="4993327"/>
            <a:ext cx="5435523" cy="28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dirty="0">
                <a:latin typeface="Bookman Old Style" panose="02050604050505020204" pitchFamily="18" charset="0"/>
              </a:rPr>
              <a:t>Средние</a:t>
            </a:r>
            <a:r>
              <a:rPr lang="ru-RU" b="0" dirty="0">
                <a:effectLst/>
                <a:latin typeface="Bookman Old Style" panose="02050604050505020204" pitchFamily="18" charset="0"/>
              </a:rPr>
              <a:t> значения по каждому признаку: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80F149E-5ED6-2997-FC1E-5ECDDC6B9F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770" y="5508027"/>
            <a:ext cx="5076825" cy="5334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8A14F50-B456-BFBC-B422-1AFEF76B2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274" y="2724599"/>
            <a:ext cx="7334250" cy="14287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1511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E3115-3B6D-48D7-3FA2-71CBDC11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311F8A-0DCE-6C61-CD4A-CF7BDC58AD8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583897D-B7D9-A817-D0B4-53F48672BF71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95E42EE-5D20-F56E-A7A9-EE948E22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38B2625-83D5-E325-1550-C8C517ABB796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82F31-2452-C1E5-2CD2-CD61F77F683B}"/>
              </a:ext>
            </a:extLst>
          </p:cNvPr>
          <p:cNvSpPr txBox="1"/>
          <p:nvPr/>
        </p:nvSpPr>
        <p:spPr>
          <a:xfrm>
            <a:off x="660477" y="1443921"/>
            <a:ext cx="102310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Задание: применить тензорные операции для вычисления статистик</a:t>
            </a:r>
          </a:p>
          <a:p>
            <a:r>
              <a:rPr lang="ru-RU" sz="2000" dirty="0">
                <a:latin typeface="Bookman Old Style" panose="02050604050505020204" pitchFamily="18" charset="0"/>
              </a:rPr>
              <a:t>Дополнительно: найдем самого молодого: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4C6CE8A-3CFB-172F-64E7-4B085963C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56" y="2439914"/>
            <a:ext cx="8953500" cy="54292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E77B59D-4103-36E8-9845-AF7C7A64F28D}"/>
              </a:ext>
            </a:extLst>
          </p:cNvPr>
          <p:cNvSpPr txBox="1"/>
          <p:nvPr/>
        </p:nvSpPr>
        <p:spPr>
          <a:xfrm>
            <a:off x="555923" y="4167665"/>
            <a:ext cx="103355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highlight>
                  <a:srgbClr val="A9DDE9"/>
                </a:highlight>
                <a:latin typeface="Bookman Old Style" panose="02050604050505020204" pitchFamily="18" charset="0"/>
              </a:rPr>
              <a:t>item</a:t>
            </a:r>
            <a:r>
              <a:rPr lang="ru-RU" dirty="0">
                <a:highlight>
                  <a:srgbClr val="A9DDE9"/>
                </a:highlight>
                <a:latin typeface="Bookman Old Style" panose="02050604050505020204" pitchFamily="18" charset="0"/>
              </a:rPr>
              <a:t>() </a:t>
            </a:r>
            <a:r>
              <a:rPr lang="ru-RU" dirty="0">
                <a:latin typeface="Bookman Old Style" panose="02050604050505020204" pitchFamily="18" charset="0"/>
              </a:rPr>
              <a:t>— это метод у тензора </a:t>
            </a:r>
            <a:r>
              <a:rPr lang="ru-RU" dirty="0" err="1">
                <a:latin typeface="Bookman Old Style" panose="02050604050505020204" pitchFamily="18" charset="0"/>
              </a:rPr>
              <a:t>PyTorch</a:t>
            </a:r>
            <a:r>
              <a:rPr lang="ru-RU" dirty="0">
                <a:latin typeface="Bookman Old Style" panose="02050604050505020204" pitchFamily="18" charset="0"/>
              </a:rPr>
              <a:t>, который: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Возвращает скалярное значение Python из тензора, содержащего только один элемент</a:t>
            </a:r>
          </a:p>
          <a:p>
            <a:r>
              <a:rPr lang="ru-RU" dirty="0">
                <a:latin typeface="Bookman Old Style" panose="02050604050505020204" pitchFamily="18" charset="0"/>
              </a:rPr>
              <a:t>Преобразует тензор в стандартный тип данных Python (</a:t>
            </a:r>
            <a:r>
              <a:rPr lang="ru-RU" dirty="0" err="1">
                <a:latin typeface="Bookman Old Style" panose="02050604050505020204" pitchFamily="18" charset="0"/>
              </a:rPr>
              <a:t>int</a:t>
            </a:r>
            <a:r>
              <a:rPr lang="ru-RU" dirty="0">
                <a:latin typeface="Bookman Old Style" panose="02050604050505020204" pitchFamily="18" charset="0"/>
              </a:rPr>
              <a:t>, </a:t>
            </a:r>
            <a:r>
              <a:rPr lang="ru-RU" dirty="0" err="1">
                <a:latin typeface="Bookman Old Style" panose="02050604050505020204" pitchFamily="18" charset="0"/>
              </a:rPr>
              <a:t>float</a:t>
            </a:r>
            <a:r>
              <a:rPr lang="ru-RU" dirty="0">
                <a:latin typeface="Bookman Old Style" panose="02050604050505020204" pitchFamily="18" charset="0"/>
              </a:rPr>
              <a:t>)</a:t>
            </a:r>
          </a:p>
          <a:p>
            <a:r>
              <a:rPr lang="ru-RU" dirty="0">
                <a:latin typeface="Bookman Old Style" panose="02050604050505020204" pitchFamily="18" charset="0"/>
              </a:rPr>
              <a:t>Работает ТОЛЬКО с тензорами, содержащими ровно один элемент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4C71E23-B7D9-77A7-39B5-9E6B26C40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56" y="3336633"/>
            <a:ext cx="7231030" cy="3867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59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E94EC-953C-8640-543B-17E737A25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28A8A-E0DF-86F8-59FF-7234FA190497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519D5219-FC80-4061-1D78-B7C2A4DF0D74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27A84AB-CAEF-44E5-9C42-AA2321C70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2A6EF0D-80BA-BD92-4DD6-9EC53BB211C4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3E1E3-698F-EC2C-B96F-4547474EE320}"/>
              </a:ext>
            </a:extLst>
          </p:cNvPr>
          <p:cNvSpPr txBox="1"/>
          <p:nvPr/>
        </p:nvSpPr>
        <p:spPr>
          <a:xfrm>
            <a:off x="645356" y="1055033"/>
            <a:ext cx="102310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Реальная задача - </a:t>
            </a:r>
            <a:r>
              <a:rPr lang="en-US" sz="2000" b="1" dirty="0">
                <a:latin typeface="Bookman Old Style" panose="02050604050505020204" pitchFamily="18" charset="0"/>
              </a:rPr>
              <a:t>one-hot </a:t>
            </a:r>
            <a:r>
              <a:rPr lang="ru-RU" sz="2000" b="1" dirty="0">
                <a:latin typeface="Bookman Old Style" panose="02050604050505020204" pitchFamily="18" charset="0"/>
              </a:rPr>
              <a:t>кодирование</a:t>
            </a:r>
            <a:endParaRPr lang="en-US" sz="2000" b="1" dirty="0">
              <a:latin typeface="Bookman Old Style" panose="02050604050505020204" pitchFamily="18" charset="0"/>
            </a:endParaRPr>
          </a:p>
          <a:p>
            <a:r>
              <a:rPr lang="ru-RU" sz="2000" dirty="0">
                <a:latin typeface="Bookman Old Style" panose="02050604050505020204" pitchFamily="18" charset="0"/>
              </a:rPr>
              <a:t>Имеем категориальные данные: города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63CED9-E004-EC02-F426-4D9DC3A3F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56" y="1912721"/>
            <a:ext cx="8918805" cy="3538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E0D2A2-01BE-DE64-B6BA-429CD9136B06}"/>
              </a:ext>
            </a:extLst>
          </p:cNvPr>
          <p:cNvSpPr txBox="1"/>
          <p:nvPr/>
        </p:nvSpPr>
        <p:spPr>
          <a:xfrm>
            <a:off x="660477" y="2396575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Создаем словарь для кодирования</a:t>
            </a:r>
            <a:r>
              <a:rPr lang="en-US" sz="2000" dirty="0">
                <a:latin typeface="Bookman Old Style" panose="02050604050505020204" pitchFamily="18" charset="0"/>
              </a:rPr>
              <a:t>:</a:t>
            </a:r>
            <a:endParaRPr lang="ru-RU" sz="2000" dirty="0">
              <a:latin typeface="Bookman Old Style" panose="02050604050505020204" pitchFamily="18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9B644BE-507A-7EC3-9BEF-F696D1F098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780" y="3062564"/>
            <a:ext cx="7858195" cy="87713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869582-FC74-2C29-A1BF-184131197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780" y="4288029"/>
            <a:ext cx="9245977" cy="5438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179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85738-569E-07E3-DBE7-D6D84633A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FFB099-38AD-161A-8136-1F55D1794D2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09961071-ED24-4A3E-966F-55D78935B82C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2440393-C006-50B2-660A-D0B4AF525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1A4A9B6-6EE6-E926-F8B2-2B36BA1AFB6F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4FD7D-DCF4-C656-86D8-9F742645CB0D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Реальная задача - </a:t>
            </a:r>
            <a:r>
              <a:rPr lang="en-US" sz="2000" b="1" dirty="0">
                <a:latin typeface="Bookman Old Style" panose="02050604050505020204" pitchFamily="18" charset="0"/>
              </a:rPr>
              <a:t>one-hot </a:t>
            </a:r>
            <a:r>
              <a:rPr lang="ru-RU" sz="2000" b="1" dirty="0">
                <a:latin typeface="Bookman Old Style" panose="02050604050505020204" pitchFamily="18" charset="0"/>
              </a:rPr>
              <a:t>кодирование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0A7FEB1-ACE2-88AB-0D5D-165FDB398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56" y="1826932"/>
            <a:ext cx="9245977" cy="5438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EDFEB98-85B1-49CA-9D29-3052E2B5ADB8}"/>
              </a:ext>
            </a:extLst>
          </p:cNvPr>
          <p:cNvSpPr txBox="1"/>
          <p:nvPr/>
        </p:nvSpPr>
        <p:spPr>
          <a:xfrm>
            <a:off x="548363" y="2557936"/>
            <a:ext cx="7616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Преобразуем в числовые индексы</a:t>
            </a:r>
            <a:r>
              <a:rPr lang="en-US" dirty="0">
                <a:latin typeface="Bookman Old Style" panose="02050604050505020204" pitchFamily="18" charset="0"/>
              </a:rPr>
              <a:t>:</a:t>
            </a:r>
            <a:endParaRPr lang="ru-RU" dirty="0">
              <a:latin typeface="Bookman Old Style" panose="02050604050505020204" pitchFamily="18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89833D7-AD01-A220-105A-8D8FA4BC15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56" y="3109527"/>
            <a:ext cx="4533900" cy="73342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A804704-59CF-9520-CEB1-59FC1502F4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980"/>
          <a:stretch>
            <a:fillRect/>
          </a:stretch>
        </p:blipFill>
        <p:spPr>
          <a:xfrm>
            <a:off x="6313477" y="2645733"/>
            <a:ext cx="4162425" cy="16634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3FB7F9AC-5DED-5F71-E3EA-64401738D2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996" y="5052713"/>
            <a:ext cx="7277100" cy="685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9967674-77F5-D3BB-E571-3F23E129CBBF}"/>
              </a:ext>
            </a:extLst>
          </p:cNvPr>
          <p:cNvSpPr txBox="1"/>
          <p:nvPr/>
        </p:nvSpPr>
        <p:spPr>
          <a:xfrm>
            <a:off x="548363" y="4496258"/>
            <a:ext cx="7616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Применяем </a:t>
            </a:r>
            <a:r>
              <a:rPr lang="en-US" dirty="0">
                <a:latin typeface="Bookman Old Style" panose="02050604050505020204" pitchFamily="18" charset="0"/>
              </a:rPr>
              <a:t>one-hot</a:t>
            </a:r>
            <a:r>
              <a:rPr lang="ru-RU" dirty="0">
                <a:latin typeface="Bookman Old Style" panose="02050604050505020204" pitchFamily="18" charset="0"/>
              </a:rPr>
              <a:t> кодирование: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A4FCD05-4B59-4174-2E22-416A8EC803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3514" y="4865590"/>
            <a:ext cx="3019425" cy="1609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6455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C5B37-88F7-828A-94DE-FEDF66FF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128267-8CB1-91D1-4CB3-38397FF999E2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6E8A193-8859-C141-1D16-95BC9BE0F0A5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5426E1A-6DD5-1CCA-CD0D-64CCA6FA6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B74DE6-CB7B-4D90-701C-5EFECC1FFEF6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705349-8D36-CB65-B1CD-687A4E31E2E6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Свёрточная нейронная сеть для распознавания изображений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AF5FD01-63D2-063D-FA65-131E57991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37" y="1604945"/>
            <a:ext cx="10009701" cy="46371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4004A-52A8-ED2D-4803-D65076B7F873}"/>
              </a:ext>
            </a:extLst>
          </p:cNvPr>
          <p:cNvSpPr txBox="1"/>
          <p:nvPr/>
        </p:nvSpPr>
        <p:spPr>
          <a:xfrm>
            <a:off x="5875214" y="2111673"/>
            <a:ext cx="3825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Подключение библиотек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CC7E8A-8143-EA28-1269-1FE34EA42BA9}"/>
              </a:ext>
            </a:extLst>
          </p:cNvPr>
          <p:cNvSpPr txBox="1"/>
          <p:nvPr/>
        </p:nvSpPr>
        <p:spPr>
          <a:xfrm>
            <a:off x="8074761" y="3638495"/>
            <a:ext cx="3825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Устройство </a:t>
            </a:r>
            <a:r>
              <a:rPr lang="en-US" sz="2000" dirty="0">
                <a:latin typeface="Bookman Old Style" panose="02050604050505020204" pitchFamily="18" charset="0"/>
              </a:rPr>
              <a:t>GPU </a:t>
            </a:r>
            <a:r>
              <a:rPr lang="ru-RU" sz="2000" dirty="0">
                <a:latin typeface="Bookman Old Style" panose="02050604050505020204" pitchFamily="18" charset="0"/>
              </a:rPr>
              <a:t>или </a:t>
            </a:r>
            <a:r>
              <a:rPr lang="en-US" sz="2000" dirty="0">
                <a:latin typeface="Bookman Old Style" panose="02050604050505020204" pitchFamily="18" charset="0"/>
              </a:rPr>
              <a:t>CPU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4E4B7-BE3E-795F-A74C-7E4EF65F3DA3}"/>
              </a:ext>
            </a:extLst>
          </p:cNvPr>
          <p:cNvSpPr txBox="1"/>
          <p:nvPr/>
        </p:nvSpPr>
        <p:spPr>
          <a:xfrm>
            <a:off x="7686334" y="4378385"/>
            <a:ext cx="3825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Bookman Old Style" panose="02050604050505020204" pitchFamily="18" charset="0"/>
              </a:rPr>
              <a:t>Подготовка данных</a:t>
            </a:r>
          </a:p>
          <a:p>
            <a:r>
              <a:rPr lang="ru-RU" sz="1600" dirty="0">
                <a:latin typeface="Bookman Old Style" panose="02050604050505020204" pitchFamily="18" charset="0"/>
              </a:rPr>
              <a:t>Значения нормализации подходят только для этого датасета!</a:t>
            </a:r>
            <a:endParaRPr lang="en-US" sz="1600" dirty="0">
              <a:latin typeface="Bookman Old Style" panose="0205060405050502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AD0293-C04A-222E-33E5-E9348C2EBD40}"/>
              </a:ext>
            </a:extLst>
          </p:cNvPr>
          <p:cNvSpPr txBox="1"/>
          <p:nvPr/>
        </p:nvSpPr>
        <p:spPr>
          <a:xfrm>
            <a:off x="199460" y="6135614"/>
            <a:ext cx="11351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Z-</a:t>
            </a:r>
            <a:r>
              <a:rPr lang="ru-RU" dirty="0" err="1">
                <a:solidFill>
                  <a:schemeClr val="bg1">
                    <a:lumMod val="75000"/>
                  </a:schemeClr>
                </a:solidFill>
              </a:rPr>
              <a:t>score</a:t>
            </a:r>
            <a:r>
              <a:rPr lang="ru-RU" dirty="0">
                <a:solidFill>
                  <a:schemeClr val="bg1">
                    <a:lumMod val="75000"/>
                  </a:schemeClr>
                </a:solidFill>
              </a:rPr>
              <a:t> нормализация, которая преобразует данные MNIST к распределению со средним 0 и стандартным отклонением 1, что значительно ускоряет и стабилизирует обучение нейронных сетей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19" name="Рукописный ввод 18">
                <a:extLst>
                  <a:ext uri="{FF2B5EF4-FFF2-40B4-BE49-F238E27FC236}">
                    <a16:creationId xmlns:a16="http://schemas.microsoft.com/office/drawing/2014/main" id="{8A27D52C-7B94-985B-CD74-6393D996B7C1}"/>
                  </a:ext>
                </a:extLst>
              </p14:cNvPr>
              <p14:cNvContentPartPr/>
              <p14:nvPr/>
            </p14:nvContentPartPr>
            <p14:xfrm>
              <a:off x="80240" y="5241200"/>
              <a:ext cx="1049760" cy="946440"/>
            </p14:xfrm>
          </p:contentPart>
        </mc:Choice>
        <mc:Fallback>
          <p:pic>
            <p:nvPicPr>
              <p:cNvPr id="19" name="Рукописный ввод 18">
                <a:extLst>
                  <a:ext uri="{FF2B5EF4-FFF2-40B4-BE49-F238E27FC236}">
                    <a16:creationId xmlns:a16="http://schemas.microsoft.com/office/drawing/2014/main" id="{8A27D52C-7B94-985B-CD74-6393D996B7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240" y="5232200"/>
                <a:ext cx="1067400" cy="96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3288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9F65A-C501-2B26-F230-4E47B4EBD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47D3D9-9C45-4E5D-6CCE-C463EE8335FB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C0560D77-1C7A-ADED-0E46-04616AC5E5FB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C93567E-B65C-A34A-49A3-E30BAF45D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E7C659B-609D-C32E-F042-A4FCC9177CD0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6E47-97CC-2AE5-D94E-36B3CD87ECCA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Свёрточная нейронная сеть для распознавания изображений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B3D00EBB-A719-CCE4-F441-273F62474072}"/>
                  </a:ext>
                </a:extLst>
              </p14:cNvPr>
              <p14:cNvContentPartPr/>
              <p14:nvPr/>
            </p14:nvContentPartPr>
            <p14:xfrm>
              <a:off x="3423560" y="306824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B3D00EBB-A719-CCE4-F441-273F6247407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7440" y="30621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877D2A5F-5F4D-ED4E-B452-77A729D2AF34}"/>
                  </a:ext>
                </a:extLst>
              </p14:cNvPr>
              <p14:cNvContentPartPr/>
              <p14:nvPr/>
            </p14:nvContentPartPr>
            <p14:xfrm>
              <a:off x="3880400" y="2356880"/>
              <a:ext cx="360" cy="3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877D2A5F-5F4D-ED4E-B452-77A729D2AF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4280" y="23507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47CEC353-11AB-9948-5D2F-6EC933488A25}"/>
                  </a:ext>
                </a:extLst>
              </p14:cNvPr>
              <p14:cNvContentPartPr/>
              <p14:nvPr/>
            </p14:nvContentPartPr>
            <p14:xfrm>
              <a:off x="1879520" y="2854400"/>
              <a:ext cx="360" cy="36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47CEC353-11AB-9948-5D2F-6EC933488A2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3400" y="284828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AD00996-B580-5BD4-566E-BDEDD8819D8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453"/>
          <a:stretch>
            <a:fillRect/>
          </a:stretch>
        </p:blipFill>
        <p:spPr>
          <a:xfrm>
            <a:off x="645356" y="3347960"/>
            <a:ext cx="10815124" cy="200977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092A682-D08E-78E9-14C5-45E491675216}"/>
              </a:ext>
            </a:extLst>
          </p:cNvPr>
          <p:cNvSpPr txBox="1"/>
          <p:nvPr/>
        </p:nvSpPr>
        <p:spPr>
          <a:xfrm>
            <a:off x="645356" y="1608729"/>
            <a:ext cx="1023104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Bookman Old Style" panose="02050604050505020204" pitchFamily="18" charset="0"/>
              </a:rPr>
              <a:t>DataLoader</a:t>
            </a:r>
            <a:r>
              <a:rPr lang="en-US" dirty="0">
                <a:latin typeface="Bookman Old Style" panose="02050604050505020204" pitchFamily="18" charset="0"/>
              </a:rPr>
              <a:t> - </a:t>
            </a:r>
            <a:r>
              <a:rPr lang="ru-RU" dirty="0">
                <a:latin typeface="Bookman Old Style" panose="02050604050505020204" pitchFamily="18" charset="0"/>
              </a:rPr>
              <a:t>итератор, который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r>
              <a:rPr lang="ru-RU" dirty="0">
                <a:latin typeface="Bookman Old Style" panose="02050604050505020204" pitchFamily="18" charset="0"/>
              </a:rPr>
              <a:t>автоматически создает </a:t>
            </a:r>
            <a:r>
              <a:rPr lang="ru-RU" dirty="0" err="1">
                <a:latin typeface="Bookman Old Style" panose="02050604050505020204" pitchFamily="18" charset="0"/>
              </a:rPr>
              <a:t>батчи</a:t>
            </a:r>
            <a:r>
              <a:rPr lang="ru-RU" dirty="0">
                <a:latin typeface="Bookman Old Style" panose="02050604050505020204" pitchFamily="18" charset="0"/>
              </a:rPr>
              <a:t> из данных</a:t>
            </a:r>
            <a:r>
              <a:rPr lang="en-US" dirty="0">
                <a:latin typeface="Bookman Old Style" panose="02050604050505020204" pitchFamily="18" charset="0"/>
              </a:rPr>
              <a:t>, </a:t>
            </a:r>
            <a:r>
              <a:rPr lang="ru-RU" dirty="0">
                <a:latin typeface="Bookman Old Style" panose="02050604050505020204" pitchFamily="18" charset="0"/>
              </a:rPr>
              <a:t>перемешивает данные (опционально) и работает в многопоточном режиме для ускорения загрузки</a:t>
            </a:r>
            <a:r>
              <a:rPr lang="en-US" dirty="0">
                <a:latin typeface="Bookman Old Style" panose="02050604050505020204" pitchFamily="18" charset="0"/>
              </a:rPr>
              <a:t> </a:t>
            </a:r>
            <a:endParaRPr lang="ru-RU" dirty="0">
              <a:latin typeface="Bookman Old Style" panose="02050604050505020204" pitchFamily="18" charset="0"/>
            </a:endParaRP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Создание </a:t>
            </a:r>
            <a:r>
              <a:rPr lang="en-US" dirty="0" err="1">
                <a:latin typeface="Bookman Old Style" panose="02050604050505020204" pitchFamily="18" charset="0"/>
              </a:rPr>
              <a:t>DataLoader</a:t>
            </a:r>
            <a:r>
              <a:rPr lang="ru-RU" dirty="0">
                <a:latin typeface="Bookman Old Style" panose="02050604050505020204" pitchFamily="18" charset="0"/>
              </a:rPr>
              <a:t>: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455AB62-2FFA-915E-9D8E-AF5BA76F4B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99367" y="5149132"/>
            <a:ext cx="4600575" cy="1190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7129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7347-36B5-D509-4FBE-FDF213CB6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9E12A8-350F-1ED6-95EA-00E958C63EB8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D80CB43E-5C3B-13F2-F787-190107CD27A8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A752310-036B-8286-8856-98D5B915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A207DB3-338A-AB92-3825-58E7A92FAA65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CA3F0-0059-FB9D-B7F5-E0BF21798ECA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Свёрточная нейронная сеть для распознавания изображений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EB1ABADA-11C0-6EFE-8657-82A185C63B3B}"/>
                  </a:ext>
                </a:extLst>
              </p14:cNvPr>
              <p14:cNvContentPartPr/>
              <p14:nvPr/>
            </p14:nvContentPartPr>
            <p14:xfrm>
              <a:off x="3423560" y="3068240"/>
              <a:ext cx="360" cy="360"/>
            </p14:xfrm>
          </p:contentPart>
        </mc:Choice>
        <mc:Fallback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EB1ABADA-11C0-6EFE-8657-82A185C63B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17440" y="306212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A4969A9A-DBF3-2785-440D-F72BC7D998F6}"/>
                  </a:ext>
                </a:extLst>
              </p14:cNvPr>
              <p14:cNvContentPartPr/>
              <p14:nvPr/>
            </p14:nvContentPartPr>
            <p14:xfrm>
              <a:off x="3880400" y="2356880"/>
              <a:ext cx="360" cy="3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A4969A9A-DBF3-2785-440D-F72BC7D998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4280" y="23507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69E2F6F7-C220-FAE5-1F72-0A74D6CF2974}"/>
                  </a:ext>
                </a:extLst>
              </p14:cNvPr>
              <p14:cNvContentPartPr/>
              <p14:nvPr/>
            </p14:nvContentPartPr>
            <p14:xfrm>
              <a:off x="1879520" y="2854400"/>
              <a:ext cx="360" cy="36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69E2F6F7-C220-FAE5-1F72-0A74D6CF29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3400" y="284828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426B7FCE-5C54-AB3B-6F48-9E83C831A498}"/>
              </a:ext>
            </a:extLst>
          </p:cNvPr>
          <p:cNvSpPr txBox="1"/>
          <p:nvPr/>
        </p:nvSpPr>
        <p:spPr>
          <a:xfrm>
            <a:off x="645356" y="1608729"/>
            <a:ext cx="10231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Визуализация нескольких примеров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A1A1D6-93B8-BE02-151F-8F6096CB8B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5243422"/>
            <a:ext cx="6400800" cy="151184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54599C-47CA-9763-CC78-011CB99C61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56" y="2120945"/>
            <a:ext cx="6060244" cy="31224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96177F-E8EE-007A-D0A2-3A455FD39889}"/>
              </a:ext>
            </a:extLst>
          </p:cNvPr>
          <p:cNvSpPr txBox="1"/>
          <p:nvPr/>
        </p:nvSpPr>
        <p:spPr>
          <a:xfrm>
            <a:off x="6249661" y="2072264"/>
            <a:ext cx="56403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 err="1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DataLoader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 превращается в объект, </a:t>
            </a:r>
          </a:p>
          <a:p>
            <a:r>
              <a:rPr lang="ru-RU" sz="1600" b="0" i="0" dirty="0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из которого можно последовательно получать 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батчи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 данных</a:t>
            </a:r>
          </a:p>
          <a:p>
            <a:endParaRPr lang="ru-RU" sz="1600" dirty="0">
              <a:solidFill>
                <a:srgbClr val="0F1115"/>
              </a:solidFill>
              <a:latin typeface="Bookman Old Style" panose="02050604050505020204" pitchFamily="18" charset="0"/>
            </a:endParaRPr>
          </a:p>
          <a:p>
            <a:r>
              <a:rPr lang="ru-RU" sz="1600" dirty="0">
                <a:latin typeface="Bookman Old Style" panose="02050604050505020204" pitchFamily="18" charset="0"/>
              </a:rPr>
              <a:t>Получаем следующий элемент из итератора (в данном случае первый </a:t>
            </a:r>
            <a:r>
              <a:rPr lang="ru-RU" sz="1600" dirty="0" err="1">
                <a:latin typeface="Bookman Old Style" panose="02050604050505020204" pitchFamily="18" charset="0"/>
              </a:rPr>
              <a:t>батч</a:t>
            </a:r>
            <a:r>
              <a:rPr lang="ru-RU" sz="1600" dirty="0">
                <a:latin typeface="Bookman Old Style" panose="02050604050505020204" pitchFamily="18" charset="0"/>
              </a:rPr>
              <a:t>)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0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87C9CC59-25DF-ABBE-DCC0-57C305D1AE4C}"/>
                  </a:ext>
                </a:extLst>
              </p14:cNvPr>
              <p14:cNvContentPartPr/>
              <p14:nvPr/>
            </p14:nvContentPartPr>
            <p14:xfrm>
              <a:off x="3782480" y="2244200"/>
              <a:ext cx="2425320" cy="208080"/>
            </p14:xfrm>
          </p:contentPart>
        </mc:Choice>
        <mc:Fallback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87C9CC59-25DF-ABBE-DCC0-57C305D1AE4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73840" y="2235560"/>
                <a:ext cx="24429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2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B434EBF0-34FB-56CF-B27E-5DEEDF2E90D5}"/>
                  </a:ext>
                </a:extLst>
              </p14:cNvPr>
              <p14:cNvContentPartPr/>
              <p14:nvPr/>
            </p14:nvContentPartPr>
            <p14:xfrm>
              <a:off x="4453520" y="2616440"/>
              <a:ext cx="1805040" cy="269280"/>
            </p14:xfrm>
          </p:contentPart>
        </mc:Choice>
        <mc:Fallback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B434EBF0-34FB-56CF-B27E-5DEEDF2E90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444520" y="2607440"/>
                <a:ext cx="1822680" cy="28692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3956FB51-1760-664A-7D93-A1A66A4C09AA}"/>
              </a:ext>
            </a:extLst>
          </p:cNvPr>
          <p:cNvSpPr txBox="1"/>
          <p:nvPr/>
        </p:nvSpPr>
        <p:spPr>
          <a:xfrm>
            <a:off x="6476130" y="3628179"/>
            <a:ext cx="761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.</a:t>
            </a:r>
            <a:r>
              <a:rPr lang="ru-RU" sz="1600" b="0" i="0" dirty="0" err="1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squeeze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() — удаляет размерности равные 1</a:t>
            </a:r>
            <a:endParaRPr lang="ru-RU" sz="1600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4">
            <p14:nvContentPartPr>
              <p14:cNvPr id="24" name="Рукописный ввод 23">
                <a:extLst>
                  <a:ext uri="{FF2B5EF4-FFF2-40B4-BE49-F238E27FC236}">
                    <a16:creationId xmlns:a16="http://schemas.microsoft.com/office/drawing/2014/main" id="{3F016A39-FA03-8D3D-D82D-4D9D1FEECE17}"/>
                  </a:ext>
                </a:extLst>
              </p14:cNvPr>
              <p14:cNvContentPartPr/>
              <p14:nvPr/>
            </p14:nvContentPartPr>
            <p14:xfrm>
              <a:off x="4123040" y="3453440"/>
              <a:ext cx="2358720" cy="376920"/>
            </p14:xfrm>
          </p:contentPart>
        </mc:Choice>
        <mc:Fallback>
          <p:pic>
            <p:nvPicPr>
              <p:cNvPr id="24" name="Рукописный ввод 23">
                <a:extLst>
                  <a:ext uri="{FF2B5EF4-FFF2-40B4-BE49-F238E27FC236}">
                    <a16:creationId xmlns:a16="http://schemas.microsoft.com/office/drawing/2014/main" id="{3F016A39-FA03-8D3D-D82D-4D9D1FEECE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114400" y="3444440"/>
                <a:ext cx="23763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6">
            <p14:nvContentPartPr>
              <p14:cNvPr id="25" name="Рукописный ввод 24">
                <a:extLst>
                  <a:ext uri="{FF2B5EF4-FFF2-40B4-BE49-F238E27FC236}">
                    <a16:creationId xmlns:a16="http://schemas.microsoft.com/office/drawing/2014/main" id="{8E4ACC6A-2D95-0F6F-7CD1-7E433FB22FE1}"/>
                  </a:ext>
                </a:extLst>
              </p14:cNvPr>
              <p14:cNvContentPartPr/>
              <p14:nvPr/>
            </p14:nvContentPartPr>
            <p14:xfrm>
              <a:off x="6847520" y="4663040"/>
              <a:ext cx="360" cy="360"/>
            </p14:xfrm>
          </p:contentPart>
        </mc:Choice>
        <mc:Fallback>
          <p:pic>
            <p:nvPicPr>
              <p:cNvPr id="25" name="Рукописный ввод 24">
                <a:extLst>
                  <a:ext uri="{FF2B5EF4-FFF2-40B4-BE49-F238E27FC236}">
                    <a16:creationId xmlns:a16="http://schemas.microsoft.com/office/drawing/2014/main" id="{8E4ACC6A-2D95-0F6F-7CD1-7E433FB22F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838520" y="46544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8">
            <p14:nvContentPartPr>
              <p14:cNvPr id="26" name="Рукописный ввод 25">
                <a:extLst>
                  <a:ext uri="{FF2B5EF4-FFF2-40B4-BE49-F238E27FC236}">
                    <a16:creationId xmlns:a16="http://schemas.microsoft.com/office/drawing/2014/main" id="{FF8A7E8C-8A1B-E148-1069-024DDD12D466}"/>
                  </a:ext>
                </a:extLst>
              </p14:cNvPr>
              <p14:cNvContentPartPr/>
              <p14:nvPr/>
            </p14:nvContentPartPr>
            <p14:xfrm>
              <a:off x="8889800" y="3748640"/>
              <a:ext cx="360" cy="360"/>
            </p14:xfrm>
          </p:contentPart>
        </mc:Choice>
        <mc:Fallback>
          <p:pic>
            <p:nvPicPr>
              <p:cNvPr id="26" name="Рукописный ввод 25">
                <a:extLst>
                  <a:ext uri="{FF2B5EF4-FFF2-40B4-BE49-F238E27FC236}">
                    <a16:creationId xmlns:a16="http://schemas.microsoft.com/office/drawing/2014/main" id="{FF8A7E8C-8A1B-E148-1069-024DDD12D4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81160" y="374000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8F8F52FA-B520-4C72-92A7-C11B1D4CB873}"/>
              </a:ext>
            </a:extLst>
          </p:cNvPr>
          <p:cNvSpPr txBox="1"/>
          <p:nvPr/>
        </p:nvSpPr>
        <p:spPr>
          <a:xfrm>
            <a:off x="4577080" y="4417006"/>
            <a:ext cx="7614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i="0" dirty="0">
                <a:solidFill>
                  <a:srgbClr val="0F1115"/>
                </a:solidFill>
                <a:effectLst/>
                <a:latin typeface="Bookman Old Style" panose="02050604050505020204" pitchFamily="18" charset="0"/>
              </a:rPr>
              <a:t>автоматически настраивает отступы между графиками</a:t>
            </a:r>
            <a:endParaRPr lang="ru-RU" sz="1600" dirty="0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0">
            <p14:nvContentPartPr>
              <p14:cNvPr id="33" name="Рукописный ввод 32">
                <a:extLst>
                  <a:ext uri="{FF2B5EF4-FFF2-40B4-BE49-F238E27FC236}">
                    <a16:creationId xmlns:a16="http://schemas.microsoft.com/office/drawing/2014/main" id="{16FBD8B6-2298-B63E-82EC-BCD51E4C03E0}"/>
                  </a:ext>
                </a:extLst>
              </p14:cNvPr>
              <p14:cNvContentPartPr/>
              <p14:nvPr/>
            </p14:nvContentPartPr>
            <p14:xfrm>
              <a:off x="3059960" y="4448840"/>
              <a:ext cx="1441080" cy="133200"/>
            </p14:xfrm>
          </p:contentPart>
        </mc:Choice>
        <mc:Fallback>
          <p:pic>
            <p:nvPicPr>
              <p:cNvPr id="33" name="Рукописный ввод 32">
                <a:extLst>
                  <a:ext uri="{FF2B5EF4-FFF2-40B4-BE49-F238E27FC236}">
                    <a16:creationId xmlns:a16="http://schemas.microsoft.com/office/drawing/2014/main" id="{16FBD8B6-2298-B63E-82EC-BCD51E4C03E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50960" y="4439840"/>
                <a:ext cx="1458720" cy="15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426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865CE-C29C-8178-84DB-23F2371E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7D0BB3-F168-F061-E7EF-FC655B884FA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6741535-F5BD-4529-97EB-11B8AABA5E4A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2850A2A-4063-E55E-4209-618508BD2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0B40278-5E5C-D23E-085D-06BA128B58DB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7DF74-1A73-129C-81A9-EAC324E2A2CD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Свёрточная нейронная сеть для распознавания изображений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EDCBD4D-D748-1EE1-259F-811572319D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1524633"/>
            <a:ext cx="8284845" cy="5228591"/>
          </a:xfrm>
          <a:prstGeom prst="rect">
            <a:avLst/>
          </a:prstGeom>
        </p:spPr>
      </p:pic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A410E1D4-1D27-6B7B-69C8-8A4CC9219935}"/>
              </a:ext>
            </a:extLst>
          </p:cNvPr>
          <p:cNvGrpSpPr/>
          <p:nvPr/>
        </p:nvGrpSpPr>
        <p:grpSpPr>
          <a:xfrm>
            <a:off x="1310760" y="2228720"/>
            <a:ext cx="252000" cy="860760"/>
            <a:chOff x="1310760" y="2228720"/>
            <a:chExt cx="252000" cy="8607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22" name="Рукописный ввод 21">
                  <a:extLst>
                    <a:ext uri="{FF2B5EF4-FFF2-40B4-BE49-F238E27FC236}">
                      <a16:creationId xmlns:a16="http://schemas.microsoft.com/office/drawing/2014/main" id="{92B634C6-8A08-4409-FE39-7168578DF2D6}"/>
                    </a:ext>
                  </a:extLst>
                </p14:cNvPr>
                <p14:cNvContentPartPr/>
                <p14:nvPr/>
              </p14:nvContentPartPr>
              <p14:xfrm>
                <a:off x="1310760" y="2228720"/>
                <a:ext cx="180720" cy="444600"/>
              </p14:xfrm>
            </p:contentPart>
          </mc:Choice>
          <mc:Fallback>
            <p:pic>
              <p:nvPicPr>
                <p:cNvPr id="22" name="Рукописный ввод 21">
                  <a:extLst>
                    <a:ext uri="{FF2B5EF4-FFF2-40B4-BE49-F238E27FC236}">
                      <a16:creationId xmlns:a16="http://schemas.microsoft.com/office/drawing/2014/main" id="{92B634C6-8A08-4409-FE39-7168578DF2D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02120" y="2219720"/>
                  <a:ext cx="1983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23" name="Рукописный ввод 22">
                  <a:extLst>
                    <a:ext uri="{FF2B5EF4-FFF2-40B4-BE49-F238E27FC236}">
                      <a16:creationId xmlns:a16="http://schemas.microsoft.com/office/drawing/2014/main" id="{10138645-47F9-1796-1E79-18D15A53D38A}"/>
                    </a:ext>
                  </a:extLst>
                </p14:cNvPr>
                <p14:cNvContentPartPr/>
                <p14:nvPr/>
              </p14:nvContentPartPr>
              <p14:xfrm>
                <a:off x="1400400" y="2742800"/>
                <a:ext cx="162360" cy="346680"/>
              </p14:xfrm>
            </p:contentPart>
          </mc:Choice>
          <mc:Fallback>
            <p:pic>
              <p:nvPicPr>
                <p:cNvPr id="23" name="Рукописный ввод 22">
                  <a:extLst>
                    <a:ext uri="{FF2B5EF4-FFF2-40B4-BE49-F238E27FC236}">
                      <a16:creationId xmlns:a16="http://schemas.microsoft.com/office/drawing/2014/main" id="{10138645-47F9-1796-1E79-18D15A53D3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91400" y="2733800"/>
                  <a:ext cx="180000" cy="36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5A0DE0FF-606E-3432-116F-65ADE9E5051C}"/>
                  </a:ext>
                </a:extLst>
              </p14:cNvPr>
              <p14:cNvContentPartPr/>
              <p14:nvPr/>
            </p14:nvContentPartPr>
            <p14:xfrm>
              <a:off x="5436360" y="3656480"/>
              <a:ext cx="233280" cy="60660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5A0DE0FF-606E-3432-116F-65ADE9E5051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27720" y="3647840"/>
                <a:ext cx="25092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284D0B67-002B-CF6F-EF8B-82F915D03759}"/>
                  </a:ext>
                </a:extLst>
              </p14:cNvPr>
              <p14:cNvContentPartPr/>
              <p14:nvPr/>
            </p14:nvContentPartPr>
            <p14:xfrm>
              <a:off x="5414760" y="4399160"/>
              <a:ext cx="272520" cy="57888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284D0B67-002B-CF6F-EF8B-82F915D0375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05760" y="4390160"/>
                <a:ext cx="290160" cy="59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3">
            <p14:nvContentPartPr>
              <p14:cNvPr id="31" name="Рукописный ввод 30">
                <a:extLst>
                  <a:ext uri="{FF2B5EF4-FFF2-40B4-BE49-F238E27FC236}">
                    <a16:creationId xmlns:a16="http://schemas.microsoft.com/office/drawing/2014/main" id="{464C8645-D237-1541-2939-F2E698540E37}"/>
                  </a:ext>
                </a:extLst>
              </p14:cNvPr>
              <p14:cNvContentPartPr/>
              <p14:nvPr/>
            </p14:nvContentPartPr>
            <p14:xfrm>
              <a:off x="4104360" y="5165960"/>
              <a:ext cx="578880" cy="82440"/>
            </p14:xfrm>
          </p:contentPart>
        </mc:Choice>
        <mc:Fallback>
          <p:pic>
            <p:nvPicPr>
              <p:cNvPr id="31" name="Рукописный ввод 30">
                <a:extLst>
                  <a:ext uri="{FF2B5EF4-FFF2-40B4-BE49-F238E27FC236}">
                    <a16:creationId xmlns:a16="http://schemas.microsoft.com/office/drawing/2014/main" id="{464C8645-D237-1541-2939-F2E698540E3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95360" y="5156960"/>
                <a:ext cx="5965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5">
            <p14:nvContentPartPr>
              <p14:cNvPr id="32" name="Рукописный ввод 31">
                <a:extLst>
                  <a:ext uri="{FF2B5EF4-FFF2-40B4-BE49-F238E27FC236}">
                    <a16:creationId xmlns:a16="http://schemas.microsoft.com/office/drawing/2014/main" id="{80322610-215B-E8DD-9653-38CCEC3C044E}"/>
                  </a:ext>
                </a:extLst>
              </p14:cNvPr>
              <p14:cNvContentPartPr/>
              <p14:nvPr/>
            </p14:nvContentPartPr>
            <p14:xfrm>
              <a:off x="3601440" y="5496440"/>
              <a:ext cx="207720" cy="894960"/>
            </p14:xfrm>
          </p:contentPart>
        </mc:Choice>
        <mc:Fallback>
          <p:pic>
            <p:nvPicPr>
              <p:cNvPr id="32" name="Рукописный ввод 31">
                <a:extLst>
                  <a:ext uri="{FF2B5EF4-FFF2-40B4-BE49-F238E27FC236}">
                    <a16:creationId xmlns:a16="http://schemas.microsoft.com/office/drawing/2014/main" id="{80322610-215B-E8DD-9653-38CCEC3C044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92440" y="5487440"/>
                <a:ext cx="225360" cy="9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7">
            <p14:nvContentPartPr>
              <p14:cNvPr id="34" name="Рукописный ввод 33">
                <a:extLst>
                  <a:ext uri="{FF2B5EF4-FFF2-40B4-BE49-F238E27FC236}">
                    <a16:creationId xmlns:a16="http://schemas.microsoft.com/office/drawing/2014/main" id="{5E3DB956-65D8-B809-4524-C9B4757E2D4A}"/>
                  </a:ext>
                </a:extLst>
              </p14:cNvPr>
              <p14:cNvContentPartPr/>
              <p14:nvPr/>
            </p14:nvContentPartPr>
            <p14:xfrm>
              <a:off x="344880" y="2265440"/>
              <a:ext cx="360" cy="360"/>
            </p14:xfrm>
          </p:contentPart>
        </mc:Choice>
        <mc:Fallback>
          <p:pic>
            <p:nvPicPr>
              <p:cNvPr id="34" name="Рукописный ввод 33">
                <a:extLst>
                  <a:ext uri="{FF2B5EF4-FFF2-40B4-BE49-F238E27FC236}">
                    <a16:creationId xmlns:a16="http://schemas.microsoft.com/office/drawing/2014/main" id="{5E3DB956-65D8-B809-4524-C9B4757E2D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6240" y="225680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DC6C77D-2EEC-3932-50DF-14F57EA5B352}"/>
              </a:ext>
            </a:extLst>
          </p:cNvPr>
          <p:cNvSpPr txBox="1"/>
          <p:nvPr/>
        </p:nvSpPr>
        <p:spPr>
          <a:xfrm>
            <a:off x="69996" y="2228720"/>
            <a:ext cx="1169524" cy="468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200" b="0" dirty="0">
                <a:solidFill>
                  <a:schemeClr val="accent5"/>
                </a:solidFill>
                <a:effectLst/>
                <a:latin typeface="Courier New" panose="02070309020205020404" pitchFamily="49" charset="0"/>
              </a:rPr>
              <a:t>Свёрточные слои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3B7EB2-41E7-AC1A-54E6-21AB0A8EF6FE}"/>
              </a:ext>
            </a:extLst>
          </p:cNvPr>
          <p:cNvSpPr txBox="1"/>
          <p:nvPr/>
        </p:nvSpPr>
        <p:spPr>
          <a:xfrm>
            <a:off x="5723474" y="3744174"/>
            <a:ext cx="5496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>
                <a:latin typeface="Bookman Old Style" panose="02050604050505020204" pitchFamily="18" charset="0"/>
              </a:rPr>
              <a:t>Первый блок: </a:t>
            </a:r>
            <a:r>
              <a:rPr lang="en-US">
                <a:latin typeface="Bookman Old Style" panose="02050604050505020204" pitchFamily="18" charset="0"/>
              </a:rPr>
              <a:t>Conv -&gt; ReLU -&gt; MaxPool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A512D3-C798-CC42-CF6C-BADB491742CF}"/>
              </a:ext>
            </a:extLst>
          </p:cNvPr>
          <p:cNvSpPr txBox="1"/>
          <p:nvPr/>
        </p:nvSpPr>
        <p:spPr>
          <a:xfrm>
            <a:off x="5825733" y="4503934"/>
            <a:ext cx="5496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Второй блок: </a:t>
            </a:r>
            <a:r>
              <a:rPr lang="en-US" dirty="0">
                <a:latin typeface="Bookman Old Style" panose="02050604050505020204" pitchFamily="18" charset="0"/>
              </a:rPr>
              <a:t>Conv -&gt; </a:t>
            </a:r>
            <a:r>
              <a:rPr lang="en-US" dirty="0" err="1">
                <a:latin typeface="Bookman Old Style" panose="02050604050505020204" pitchFamily="18" charset="0"/>
              </a:rPr>
              <a:t>ReLU</a:t>
            </a:r>
            <a:r>
              <a:rPr lang="en-US" dirty="0">
                <a:latin typeface="Bookman Old Style" panose="02050604050505020204" pitchFamily="18" charset="0"/>
              </a:rPr>
              <a:t> -&gt; </a:t>
            </a:r>
            <a:r>
              <a:rPr lang="en-US" dirty="0" err="1">
                <a:latin typeface="Bookman Old Style" panose="02050604050505020204" pitchFamily="18" charset="0"/>
              </a:rPr>
              <a:t>MaxPool</a:t>
            </a:r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E273A8-5C7B-4833-9C5D-39D32F70C989}"/>
              </a:ext>
            </a:extLst>
          </p:cNvPr>
          <p:cNvSpPr txBox="1"/>
          <p:nvPr/>
        </p:nvSpPr>
        <p:spPr>
          <a:xfrm>
            <a:off x="4873550" y="5018393"/>
            <a:ext cx="64897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Выравниваем для </a:t>
            </a:r>
            <a:r>
              <a:rPr lang="ru-RU" dirty="0" err="1">
                <a:latin typeface="Bookman Old Style" panose="02050604050505020204" pitchFamily="18" charset="0"/>
              </a:rPr>
              <a:t>полносвязных</a:t>
            </a:r>
            <a:r>
              <a:rPr lang="ru-RU" dirty="0">
                <a:latin typeface="Bookman Old Style" panose="02050604050505020204" pitchFamily="18" charset="0"/>
              </a:rPr>
              <a:t> слоев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endParaRPr lang="en-US" dirty="0">
              <a:latin typeface="Bookman Old Style" panose="020506040505050202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956F7F-0437-F079-D106-5E255F684DE1}"/>
              </a:ext>
            </a:extLst>
          </p:cNvPr>
          <p:cNvSpPr txBox="1"/>
          <p:nvPr/>
        </p:nvSpPr>
        <p:spPr>
          <a:xfrm>
            <a:off x="4007531" y="5724276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Полносвязные</a:t>
            </a:r>
            <a:r>
              <a:rPr lang="ru-RU" dirty="0"/>
              <a:t> слои</a:t>
            </a:r>
          </a:p>
        </p:txBody>
      </p:sp>
    </p:spTree>
    <p:extLst>
      <p:ext uri="{BB962C8B-B14F-4D97-AF65-F5344CB8AC3E}">
        <p14:creationId xmlns:p14="http://schemas.microsoft.com/office/powerpoint/2010/main" val="283580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59F7C-9CC5-6BC2-CB47-C6DD7F9EC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D906F-E0B7-752B-315D-1FFD09634334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2550F107-467F-AE85-C49B-02A97FD943B7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235FAA5-BF8B-56DE-A9D0-C527EB878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F33E7B3-69C5-87A8-F371-34F236A3E7F4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9F2D69-A7F2-146F-2EAA-524A48177E45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Свёрточная нейронная сеть для распознавания изображений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A728C9B-2ED0-D1E2-9FAE-F780A63E7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58" y="2164402"/>
            <a:ext cx="8505825" cy="28289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AB87CA-ABF0-C319-EE3D-31D20581EC22}"/>
              </a:ext>
            </a:extLst>
          </p:cNvPr>
          <p:cNvSpPr txBox="1"/>
          <p:nvPr/>
        </p:nvSpPr>
        <p:spPr>
          <a:xfrm>
            <a:off x="645356" y="1669348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Создаем модель и определяем функцию для подсчёта параметров модели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286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6FB2-E9F3-444D-8686-C1AC47ADE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75D51F-2877-159A-1BE7-6C27BB9A825A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FFA6714-C238-862D-27B3-5C923621FF09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7A411B4-1639-2F6D-83D4-41898AE9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B38AD9D-F999-FC3A-B747-20060268708B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Основы </a:t>
            </a: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Pytorch</a:t>
            </a:r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373978-FB86-8EAE-F28A-F5A3E304A3A7}"/>
              </a:ext>
            </a:extLst>
          </p:cNvPr>
          <p:cNvSpPr txBox="1"/>
          <p:nvPr/>
        </p:nvSpPr>
        <p:spPr>
          <a:xfrm>
            <a:off x="645356" y="1055033"/>
            <a:ext cx="10231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Bookman Old Style" panose="02050604050505020204" pitchFamily="18" charset="0"/>
              </a:rPr>
              <a:t>Свёрточная нейронная сеть для распознавания изображений</a:t>
            </a:r>
            <a:endParaRPr lang="en-US" sz="2000" b="1" dirty="0"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3F61BF-76B3-CAB2-41E5-79EDA5BD534C}"/>
              </a:ext>
            </a:extLst>
          </p:cNvPr>
          <p:cNvSpPr txBox="1"/>
          <p:nvPr/>
        </p:nvSpPr>
        <p:spPr>
          <a:xfrm>
            <a:off x="645356" y="1669348"/>
            <a:ext cx="9010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ookman Old Style" panose="02050604050505020204" pitchFamily="18" charset="0"/>
              </a:rPr>
              <a:t>Определяем функцию потерь и оптимизатор, объявляем функцию для вычисления точности:</a:t>
            </a:r>
            <a:endParaRPr lang="en-US" sz="2000" dirty="0">
              <a:latin typeface="Bookman Old Style" panose="020506040505050202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C705A4F-4D43-5A36-AB4A-A30A7EA7E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56" y="2727266"/>
            <a:ext cx="63246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80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4540-CEA0-AE50-0668-E9176DC90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3BD8CC-F1FC-46D5-B9C0-E7E77CE26AA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9C35E209-6567-5829-A0DD-FB95A378831D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64DEE8F-1AAD-F030-0811-98E0CF93D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4BDE3C-4C85-AE18-C0D4-1F133C795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37" y="0"/>
            <a:ext cx="6866562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7554F77-4C40-445B-65DE-3A46AC483859}"/>
              </a:ext>
            </a:extLst>
          </p:cNvPr>
          <p:cNvSpPr txBox="1"/>
          <p:nvPr/>
        </p:nvSpPr>
        <p:spPr>
          <a:xfrm>
            <a:off x="5826919" y="385283"/>
            <a:ext cx="7615236" cy="296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b="1" dirty="0">
                <a:effectLst/>
                <a:latin typeface="Courier New" panose="02070309020205020404" pitchFamily="49" charset="0"/>
              </a:rPr>
              <a:t>Цикл обучения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17FAAF-64E7-967E-D065-2C00DFCB8082}"/>
              </a:ext>
            </a:extLst>
          </p:cNvPr>
          <p:cNvSpPr txBox="1"/>
          <p:nvPr/>
        </p:nvSpPr>
        <p:spPr>
          <a:xfrm>
            <a:off x="5484019" y="1842608"/>
            <a:ext cx="761523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dirty="0">
                <a:effectLst/>
                <a:latin typeface="Bookman Old Style" panose="02050604050505020204" pitchFamily="18" charset="0"/>
              </a:rPr>
              <a:t>Перемещаем данные на устройство (GPU/CPU)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AB52A4-11B6-1878-42B9-3749DB280A6A}"/>
              </a:ext>
            </a:extLst>
          </p:cNvPr>
          <p:cNvSpPr txBox="1"/>
          <p:nvPr/>
        </p:nvSpPr>
        <p:spPr>
          <a:xfrm>
            <a:off x="4950619" y="2114477"/>
            <a:ext cx="761523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dirty="0">
                <a:effectLst/>
                <a:latin typeface="Bookman Old Style" panose="02050604050505020204" pitchFamily="18" charset="0"/>
              </a:rPr>
              <a:t>Обнуляем градиенты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820B79-66C9-7A98-2440-584C7A10FC69}"/>
              </a:ext>
            </a:extLst>
          </p:cNvPr>
          <p:cNvSpPr txBox="1"/>
          <p:nvPr/>
        </p:nvSpPr>
        <p:spPr>
          <a:xfrm>
            <a:off x="3805277" y="2455267"/>
            <a:ext cx="76152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Bookman Old Style" panose="02050604050505020204" pitchFamily="18" charset="0"/>
              </a:rPr>
              <a:t>Прямой проход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8B0EF-EF97-9BE1-3706-8540232F3FE6}"/>
              </a:ext>
            </a:extLst>
          </p:cNvPr>
          <p:cNvSpPr txBox="1"/>
          <p:nvPr/>
        </p:nvSpPr>
        <p:spPr>
          <a:xfrm>
            <a:off x="4015978" y="3062932"/>
            <a:ext cx="2936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Bookman Old Style" panose="02050604050505020204" pitchFamily="18" charset="0"/>
              </a:rPr>
              <a:t>Обратный проход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05826-350A-35B3-0CC3-2493E429FCA1}"/>
              </a:ext>
            </a:extLst>
          </p:cNvPr>
          <p:cNvSpPr txBox="1"/>
          <p:nvPr/>
        </p:nvSpPr>
        <p:spPr>
          <a:xfrm>
            <a:off x="5458609" y="3516708"/>
            <a:ext cx="2936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Bookman Old Style" panose="02050604050505020204" pitchFamily="18" charset="0"/>
              </a:rPr>
              <a:t>Статистика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ED5D09-5FDF-D95F-8EC4-D0B0C395EB6D}"/>
              </a:ext>
            </a:extLst>
          </p:cNvPr>
          <p:cNvSpPr txBox="1"/>
          <p:nvPr/>
        </p:nvSpPr>
        <p:spPr>
          <a:xfrm>
            <a:off x="6858784" y="4193046"/>
            <a:ext cx="2936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Bookman Old Style" panose="02050604050505020204" pitchFamily="18" charset="0"/>
              </a:rPr>
              <a:t>Прогресс каждые 100 </a:t>
            </a:r>
            <a:r>
              <a:rPr lang="ru-RU" sz="1400" dirty="0" err="1">
                <a:latin typeface="Bookman Old Style" panose="02050604050505020204" pitchFamily="18" charset="0"/>
              </a:rPr>
              <a:t>батчей</a:t>
            </a:r>
            <a:endParaRPr lang="ru-RU" sz="1400" dirty="0">
              <a:latin typeface="Bookman Old Style" panose="0205060405050502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3ECE11-82C1-F420-43A4-33DA89E38B3D}"/>
              </a:ext>
            </a:extLst>
          </p:cNvPr>
          <p:cNvSpPr txBox="1"/>
          <p:nvPr/>
        </p:nvSpPr>
        <p:spPr>
          <a:xfrm>
            <a:off x="5734834" y="5254487"/>
            <a:ext cx="2936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latin typeface="Bookman Old Style" panose="02050604050505020204" pitchFamily="18" charset="0"/>
              </a:rPr>
              <a:t>Среднее значение за эпоху</a:t>
            </a:r>
          </a:p>
        </p:txBody>
      </p: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6DEE415F-3755-EF3B-3203-AD544B319786}"/>
              </a:ext>
            </a:extLst>
          </p:cNvPr>
          <p:cNvGrpSpPr/>
          <p:nvPr/>
        </p:nvGrpSpPr>
        <p:grpSpPr>
          <a:xfrm>
            <a:off x="4542960" y="4705005"/>
            <a:ext cx="1136880" cy="1801080"/>
            <a:chOff x="4542960" y="4705005"/>
            <a:chExt cx="1136880" cy="18010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25" name="Рукописный ввод 24">
                  <a:extLst>
                    <a:ext uri="{FF2B5EF4-FFF2-40B4-BE49-F238E27FC236}">
                      <a16:creationId xmlns:a16="http://schemas.microsoft.com/office/drawing/2014/main" id="{77346062-0512-795B-60B9-0BBE172E4F69}"/>
                    </a:ext>
                  </a:extLst>
                </p14:cNvPr>
                <p14:cNvContentPartPr/>
                <p14:nvPr/>
              </p14:nvContentPartPr>
              <p14:xfrm>
                <a:off x="4542960" y="4705005"/>
                <a:ext cx="428400" cy="1801080"/>
              </p14:xfrm>
            </p:contentPart>
          </mc:Choice>
          <mc:Fallback>
            <p:pic>
              <p:nvPicPr>
                <p:cNvPr id="25" name="Рукописный ввод 24">
                  <a:extLst>
                    <a:ext uri="{FF2B5EF4-FFF2-40B4-BE49-F238E27FC236}">
                      <a16:creationId xmlns:a16="http://schemas.microsoft.com/office/drawing/2014/main" id="{77346062-0512-795B-60B9-0BBE172E4F6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33960" y="4696365"/>
                  <a:ext cx="446040" cy="18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26" name="Рукописный ввод 25">
                  <a:extLst>
                    <a:ext uri="{FF2B5EF4-FFF2-40B4-BE49-F238E27FC236}">
                      <a16:creationId xmlns:a16="http://schemas.microsoft.com/office/drawing/2014/main" id="{88B2FB7C-3800-E0D2-C2F2-076F3976A95C}"/>
                    </a:ext>
                  </a:extLst>
                </p14:cNvPr>
                <p14:cNvContentPartPr/>
                <p14:nvPr/>
              </p14:nvContentPartPr>
              <p14:xfrm>
                <a:off x="5209680" y="5390445"/>
                <a:ext cx="470160" cy="210240"/>
              </p14:xfrm>
            </p:contentPart>
          </mc:Choice>
          <mc:Fallback>
            <p:pic>
              <p:nvPicPr>
                <p:cNvPr id="26" name="Рукописный ввод 25">
                  <a:extLst>
                    <a:ext uri="{FF2B5EF4-FFF2-40B4-BE49-F238E27FC236}">
                      <a16:creationId xmlns:a16="http://schemas.microsoft.com/office/drawing/2014/main" id="{88B2FB7C-3800-E0D2-C2F2-076F3976A95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01040" y="5381805"/>
                  <a:ext cx="48780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29" name="Рукописный ввод 28">
                <a:extLst>
                  <a:ext uri="{FF2B5EF4-FFF2-40B4-BE49-F238E27FC236}">
                    <a16:creationId xmlns:a16="http://schemas.microsoft.com/office/drawing/2014/main" id="{1367F0E1-9714-D26E-4362-B061B42F4136}"/>
                  </a:ext>
                </a:extLst>
              </p14:cNvPr>
              <p14:cNvContentPartPr/>
              <p14:nvPr/>
            </p14:nvContentPartPr>
            <p14:xfrm>
              <a:off x="6657600" y="4009845"/>
              <a:ext cx="305280" cy="601200"/>
            </p14:xfrm>
          </p:contentPart>
        </mc:Choice>
        <mc:Fallback>
          <p:pic>
            <p:nvPicPr>
              <p:cNvPr id="29" name="Рукописный ввод 28">
                <a:extLst>
                  <a:ext uri="{FF2B5EF4-FFF2-40B4-BE49-F238E27FC236}">
                    <a16:creationId xmlns:a16="http://schemas.microsoft.com/office/drawing/2014/main" id="{1367F0E1-9714-D26E-4362-B061B42F41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48600" y="4001205"/>
                <a:ext cx="322920" cy="61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1">
            <p14:nvContentPartPr>
              <p14:cNvPr id="30" name="Рукописный ввод 29">
                <a:extLst>
                  <a:ext uri="{FF2B5EF4-FFF2-40B4-BE49-F238E27FC236}">
                    <a16:creationId xmlns:a16="http://schemas.microsoft.com/office/drawing/2014/main" id="{11A7A2D9-D915-E254-9E75-2CC80181895E}"/>
                  </a:ext>
                </a:extLst>
              </p14:cNvPr>
              <p14:cNvContentPartPr/>
              <p14:nvPr/>
            </p14:nvContentPartPr>
            <p14:xfrm>
              <a:off x="5104920" y="3447885"/>
              <a:ext cx="286560" cy="474840"/>
            </p14:xfrm>
          </p:contentPart>
        </mc:Choice>
        <mc:Fallback>
          <p:pic>
            <p:nvPicPr>
              <p:cNvPr id="30" name="Рукописный ввод 29">
                <a:extLst>
                  <a:ext uri="{FF2B5EF4-FFF2-40B4-BE49-F238E27FC236}">
                    <a16:creationId xmlns:a16="http://schemas.microsoft.com/office/drawing/2014/main" id="{11A7A2D9-D915-E254-9E75-2CC80181895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95920" y="3438885"/>
                <a:ext cx="304200" cy="49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A40775DD-450A-F316-AC87-D8D875991BB6}"/>
              </a:ext>
            </a:extLst>
          </p:cNvPr>
          <p:cNvGrpSpPr/>
          <p:nvPr/>
        </p:nvGrpSpPr>
        <p:grpSpPr>
          <a:xfrm>
            <a:off x="2352360" y="2924085"/>
            <a:ext cx="1531080" cy="477360"/>
            <a:chOff x="2352360" y="2924085"/>
            <a:chExt cx="1531080" cy="4773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31" name="Рукописный ввод 30">
                  <a:extLst>
                    <a:ext uri="{FF2B5EF4-FFF2-40B4-BE49-F238E27FC236}">
                      <a16:creationId xmlns:a16="http://schemas.microsoft.com/office/drawing/2014/main" id="{4074A87E-FF6F-1B20-774F-3E785FC426AA}"/>
                    </a:ext>
                  </a:extLst>
                </p14:cNvPr>
                <p14:cNvContentPartPr/>
                <p14:nvPr/>
              </p14:nvContentPartPr>
              <p14:xfrm>
                <a:off x="2352360" y="2924085"/>
                <a:ext cx="252360" cy="477360"/>
              </p14:xfrm>
            </p:contentPart>
          </mc:Choice>
          <mc:Fallback>
            <p:pic>
              <p:nvPicPr>
                <p:cNvPr id="31" name="Рукописный ввод 30">
                  <a:extLst>
                    <a:ext uri="{FF2B5EF4-FFF2-40B4-BE49-F238E27FC236}">
                      <a16:creationId xmlns:a16="http://schemas.microsoft.com/office/drawing/2014/main" id="{4074A87E-FF6F-1B20-774F-3E785FC426A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43360" y="2915085"/>
                  <a:ext cx="27000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32" name="Рукописный ввод 31">
                  <a:extLst>
                    <a:ext uri="{FF2B5EF4-FFF2-40B4-BE49-F238E27FC236}">
                      <a16:creationId xmlns:a16="http://schemas.microsoft.com/office/drawing/2014/main" id="{4D38D6A2-CB79-E1E0-FDCA-B2F19288B7D5}"/>
                    </a:ext>
                  </a:extLst>
                </p14:cNvPr>
                <p14:cNvContentPartPr/>
                <p14:nvPr/>
              </p14:nvContentPartPr>
              <p14:xfrm>
                <a:off x="3000000" y="3142245"/>
                <a:ext cx="883440" cy="143640"/>
              </p14:xfrm>
            </p:contentPart>
          </mc:Choice>
          <mc:Fallback>
            <p:pic>
              <p:nvPicPr>
                <p:cNvPr id="32" name="Рукописный ввод 31">
                  <a:extLst>
                    <a:ext uri="{FF2B5EF4-FFF2-40B4-BE49-F238E27FC236}">
                      <a16:creationId xmlns:a16="http://schemas.microsoft.com/office/drawing/2014/main" id="{4D38D6A2-CB79-E1E0-FDCA-B2F19288B7D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991000" y="3133245"/>
                  <a:ext cx="901080" cy="161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7">
            <p14:nvContentPartPr>
              <p14:cNvPr id="34" name="Рукописный ввод 33">
                <a:extLst>
                  <a:ext uri="{FF2B5EF4-FFF2-40B4-BE49-F238E27FC236}">
                    <a16:creationId xmlns:a16="http://schemas.microsoft.com/office/drawing/2014/main" id="{17EC639F-448B-A3B5-3DF0-8775F72169C3}"/>
                  </a:ext>
                </a:extLst>
              </p14:cNvPr>
              <p14:cNvContentPartPr/>
              <p14:nvPr/>
            </p14:nvContentPartPr>
            <p14:xfrm>
              <a:off x="3524160" y="2323605"/>
              <a:ext cx="227520" cy="497880"/>
            </p14:xfrm>
          </p:contentPart>
        </mc:Choice>
        <mc:Fallback>
          <p:pic>
            <p:nvPicPr>
              <p:cNvPr id="34" name="Рукописный ввод 33">
                <a:extLst>
                  <a:ext uri="{FF2B5EF4-FFF2-40B4-BE49-F238E27FC236}">
                    <a16:creationId xmlns:a16="http://schemas.microsoft.com/office/drawing/2014/main" id="{17EC639F-448B-A3B5-3DF0-8775F72169C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15160" y="2314965"/>
                <a:ext cx="245160" cy="515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CA6436AF-6881-8F53-F3C3-74CFD07C75D0}"/>
              </a:ext>
            </a:extLst>
          </p:cNvPr>
          <p:cNvGrpSpPr/>
          <p:nvPr/>
        </p:nvGrpSpPr>
        <p:grpSpPr>
          <a:xfrm>
            <a:off x="2857080" y="1828245"/>
            <a:ext cx="2672640" cy="466200"/>
            <a:chOff x="2857080" y="1828245"/>
            <a:chExt cx="2672640" cy="4662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40" name="Рукописный ввод 39">
                  <a:extLst>
                    <a:ext uri="{FF2B5EF4-FFF2-40B4-BE49-F238E27FC236}">
                      <a16:creationId xmlns:a16="http://schemas.microsoft.com/office/drawing/2014/main" id="{65A19AA6-4DB8-5375-B62D-7D3D9E928240}"/>
                    </a:ext>
                  </a:extLst>
                </p14:cNvPr>
                <p14:cNvContentPartPr/>
                <p14:nvPr/>
              </p14:nvContentPartPr>
              <p14:xfrm>
                <a:off x="2857080" y="2142525"/>
                <a:ext cx="1969920" cy="71640"/>
              </p14:xfrm>
            </p:contentPart>
          </mc:Choice>
          <mc:Fallback>
            <p:pic>
              <p:nvPicPr>
                <p:cNvPr id="40" name="Рукописный ввод 39">
                  <a:extLst>
                    <a:ext uri="{FF2B5EF4-FFF2-40B4-BE49-F238E27FC236}">
                      <a16:creationId xmlns:a16="http://schemas.microsoft.com/office/drawing/2014/main" id="{65A19AA6-4DB8-5375-B62D-7D3D9E92824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48440" y="2133525"/>
                  <a:ext cx="1987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">
              <p14:nvContentPartPr>
                <p14:cNvPr id="41" name="Рукописный ввод 40">
                  <a:extLst>
                    <a:ext uri="{FF2B5EF4-FFF2-40B4-BE49-F238E27FC236}">
                      <a16:creationId xmlns:a16="http://schemas.microsoft.com/office/drawing/2014/main" id="{8B9828F2-77C4-1435-AAD2-8972F439BCE4}"/>
                    </a:ext>
                  </a:extLst>
                </p14:cNvPr>
                <p14:cNvContentPartPr/>
                <p14:nvPr/>
              </p14:nvContentPartPr>
              <p14:xfrm>
                <a:off x="4762200" y="2161605"/>
                <a:ext cx="173160" cy="132840"/>
              </p14:xfrm>
            </p:contentPart>
          </mc:Choice>
          <mc:Fallback>
            <p:pic>
              <p:nvPicPr>
                <p:cNvPr id="41" name="Рукописный ввод 40">
                  <a:extLst>
                    <a:ext uri="{FF2B5EF4-FFF2-40B4-BE49-F238E27FC236}">
                      <a16:creationId xmlns:a16="http://schemas.microsoft.com/office/drawing/2014/main" id="{8B9828F2-77C4-1435-AAD2-8972F439BCE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753200" y="2152965"/>
                  <a:ext cx="190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43" name="Рукописный ввод 42">
                  <a:extLst>
                    <a:ext uri="{FF2B5EF4-FFF2-40B4-BE49-F238E27FC236}">
                      <a16:creationId xmlns:a16="http://schemas.microsoft.com/office/drawing/2014/main" id="{951BDA48-D948-23A1-4CF3-A31DF830FFD6}"/>
                    </a:ext>
                  </a:extLst>
                </p14:cNvPr>
                <p14:cNvContentPartPr/>
                <p14:nvPr/>
              </p14:nvContentPartPr>
              <p14:xfrm>
                <a:off x="5238480" y="1933005"/>
                <a:ext cx="209160" cy="10080"/>
              </p14:xfrm>
            </p:contentPart>
          </mc:Choice>
          <mc:Fallback>
            <p:pic>
              <p:nvPicPr>
                <p:cNvPr id="43" name="Рукописный ввод 42">
                  <a:extLst>
                    <a:ext uri="{FF2B5EF4-FFF2-40B4-BE49-F238E27FC236}">
                      <a16:creationId xmlns:a16="http://schemas.microsoft.com/office/drawing/2014/main" id="{951BDA48-D948-23A1-4CF3-A31DF830FFD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29840" y="1924365"/>
                  <a:ext cx="226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">
              <p14:nvContentPartPr>
                <p14:cNvPr id="46" name="Рукописный ввод 45">
                  <a:extLst>
                    <a:ext uri="{FF2B5EF4-FFF2-40B4-BE49-F238E27FC236}">
                      <a16:creationId xmlns:a16="http://schemas.microsoft.com/office/drawing/2014/main" id="{A0F26201-246C-FF8B-ACC8-CC750B55068C}"/>
                    </a:ext>
                  </a:extLst>
                </p14:cNvPr>
                <p14:cNvContentPartPr/>
                <p14:nvPr/>
              </p14:nvContentPartPr>
              <p14:xfrm>
                <a:off x="5406240" y="1828245"/>
                <a:ext cx="123480" cy="186120"/>
              </p14:xfrm>
            </p:contentPart>
          </mc:Choice>
          <mc:Fallback>
            <p:pic>
              <p:nvPicPr>
                <p:cNvPr id="46" name="Рукописный ввод 45">
                  <a:extLst>
                    <a:ext uri="{FF2B5EF4-FFF2-40B4-BE49-F238E27FC236}">
                      <a16:creationId xmlns:a16="http://schemas.microsoft.com/office/drawing/2014/main" id="{A0F26201-246C-FF8B-ACC8-CC750B55068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97600" y="1819605"/>
                  <a:ext cx="141120" cy="203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7256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BEF72-C586-877C-DBDD-D829B4298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7B2F07-DB8D-95CD-7BE0-420334B2E45C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391315D-838B-ED45-1A26-017F56D8DBE1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8D7EF83-CC77-4902-DBCE-C05BA0E0D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CEA6B-605D-122F-3B15-07C9F7D53289}"/>
              </a:ext>
            </a:extLst>
          </p:cNvPr>
          <p:cNvSpPr txBox="1"/>
          <p:nvPr/>
        </p:nvSpPr>
        <p:spPr>
          <a:xfrm>
            <a:off x="380702" y="446059"/>
            <a:ext cx="761523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1" dirty="0">
                <a:effectLst/>
                <a:latin typeface="Bookman Old Style" panose="02050604050505020204" pitchFamily="18" charset="0"/>
              </a:rPr>
              <a:t>Визуализация предсказаний на тестовой выборке: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B161F85A-AAC6-B4B9-56F1-37122FEC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02" y="717928"/>
            <a:ext cx="7659524" cy="5764659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CC5E169-F163-BBB6-8BCF-4561BC092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421" y="1938357"/>
            <a:ext cx="6808110" cy="170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0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C9321-EA41-AB87-726B-70F3622A5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FE107B-B255-8A2D-CC9C-3E9FDEC6358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BD785B2C-2A36-0B9E-D745-EFD7B680FEC6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4645CEE-23CD-E75B-50C6-C0A5FD225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532F4-6DC6-5E70-7F66-FEC09E824BD6}"/>
              </a:ext>
            </a:extLst>
          </p:cNvPr>
          <p:cNvSpPr txBox="1"/>
          <p:nvPr/>
        </p:nvSpPr>
        <p:spPr>
          <a:xfrm>
            <a:off x="380702" y="446059"/>
            <a:ext cx="7615236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1" dirty="0">
                <a:effectLst/>
                <a:latin typeface="Bookman Old Style" panose="02050604050505020204" pitchFamily="18" charset="0"/>
              </a:rPr>
              <a:t>Визуализация предсказаний на тестовой выборке: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409B766-E5D3-BC58-3AE5-991BD6C08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02" y="842962"/>
            <a:ext cx="5476875" cy="5400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C94B46-131E-623D-BBE2-125698BA00B4}"/>
              </a:ext>
            </a:extLst>
          </p:cNvPr>
          <p:cNvSpPr txBox="1"/>
          <p:nvPr/>
        </p:nvSpPr>
        <p:spPr>
          <a:xfrm>
            <a:off x="3762563" y="1115277"/>
            <a:ext cx="7615236" cy="28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600" b="0" dirty="0">
                <a:effectLst/>
                <a:latin typeface="Bookman Old Style" panose="02050604050505020204" pitchFamily="18" charset="0"/>
              </a:rPr>
              <a:t>переводим модель в режим оценки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346B19-99C7-2178-9C40-6E7131B50478}"/>
              </a:ext>
            </a:extLst>
          </p:cNvPr>
          <p:cNvSpPr txBox="1"/>
          <p:nvPr/>
        </p:nvSpPr>
        <p:spPr>
          <a:xfrm>
            <a:off x="4486402" y="2006949"/>
            <a:ext cx="7615236" cy="28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600" dirty="0">
                <a:latin typeface="Bookman Old Style" panose="02050604050505020204" pitchFamily="18" charset="0"/>
              </a:rPr>
              <a:t>Для ускорения отключаем вычисление градиентов</a:t>
            </a:r>
            <a:endParaRPr lang="ru-RU" sz="1600" b="0" dirty="0">
              <a:effectLst/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12" name="Рукописный ввод 11">
                <a:extLst>
                  <a:ext uri="{FF2B5EF4-FFF2-40B4-BE49-F238E27FC236}">
                    <a16:creationId xmlns:a16="http://schemas.microsoft.com/office/drawing/2014/main" id="{B0536B35-32A1-47B7-73D7-7594D7C36C0E}"/>
                  </a:ext>
                </a:extLst>
              </p14:cNvPr>
              <p14:cNvContentPartPr/>
              <p14:nvPr/>
            </p14:nvContentPartPr>
            <p14:xfrm>
              <a:off x="1778190" y="1102530"/>
              <a:ext cx="1993680" cy="135360"/>
            </p14:xfrm>
          </p:contentPart>
        </mc:Choice>
        <mc:Fallback>
          <p:pic>
            <p:nvPicPr>
              <p:cNvPr id="12" name="Рукописный ввод 11">
                <a:extLst>
                  <a:ext uri="{FF2B5EF4-FFF2-40B4-BE49-F238E27FC236}">
                    <a16:creationId xmlns:a16="http://schemas.microsoft.com/office/drawing/2014/main" id="{B0536B35-32A1-47B7-73D7-7594D7C36C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69550" y="1093890"/>
                <a:ext cx="20113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98AF62E0-5CC0-EF50-4805-9471423CAE31}"/>
                  </a:ext>
                </a:extLst>
              </p14:cNvPr>
              <p14:cNvContentPartPr/>
              <p14:nvPr/>
            </p14:nvContentPartPr>
            <p14:xfrm>
              <a:off x="2660550" y="1970490"/>
              <a:ext cx="1778040" cy="182160"/>
            </p14:xfrm>
          </p:contentPart>
        </mc:Choice>
        <mc:Fallback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98AF62E0-5CC0-EF50-4805-9471423CAE3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51910" y="1961490"/>
                <a:ext cx="17956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9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DC79996E-74AF-EE65-35C2-D3F2685641DB}"/>
                  </a:ext>
                </a:extLst>
              </p14:cNvPr>
              <p14:cNvContentPartPr/>
              <p14:nvPr/>
            </p14:nvContentPartPr>
            <p14:xfrm>
              <a:off x="8315070" y="5162250"/>
              <a:ext cx="360" cy="360"/>
            </p14:xfrm>
          </p:contentPart>
        </mc:Choice>
        <mc:Fallback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DC79996E-74AF-EE65-35C2-D3F2685641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06430" y="515325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38F1EBC-5130-FC33-1FC0-7EE05F5B31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520267" y="3613476"/>
            <a:ext cx="4099828" cy="95378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842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9673</TotalTime>
  <Words>610</Words>
  <Application>Microsoft Office PowerPoint</Application>
  <PresentationFormat>Широкоэкранный</PresentationFormat>
  <Paragraphs>114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AvantGardeGothicCTT</vt:lpstr>
      <vt:lpstr>Book Antiqua</vt:lpstr>
      <vt:lpstr>Bookman Old Style</vt:lpstr>
      <vt:lpstr>Calibri</vt:lpstr>
      <vt:lpstr>Calibri Light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Дементьева Кристина</cp:lastModifiedBy>
  <cp:revision>153</cp:revision>
  <dcterms:created xsi:type="dcterms:W3CDTF">2023-08-23T05:44:28Z</dcterms:created>
  <dcterms:modified xsi:type="dcterms:W3CDTF">2025-11-18T08:40:01Z</dcterms:modified>
</cp:coreProperties>
</file>