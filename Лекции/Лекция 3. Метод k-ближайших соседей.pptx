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6" r:id="rId3"/>
    <p:sldId id="290" r:id="rId4"/>
    <p:sldId id="291" r:id="rId5"/>
    <p:sldId id="292" r:id="rId6"/>
    <p:sldId id="277" r:id="rId7"/>
    <p:sldId id="294" r:id="rId8"/>
    <p:sldId id="295" r:id="rId9"/>
    <p:sldId id="299" r:id="rId10"/>
    <p:sldId id="297" r:id="rId11"/>
    <p:sldId id="273" r:id="rId12"/>
    <p:sldId id="279" r:id="rId13"/>
    <p:sldId id="280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81" r:id="rId22"/>
    <p:sldId id="298" r:id="rId23"/>
    <p:sldId id="28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ементьева Кристина" userId="bda54a60f64c1e1d" providerId="LiveId" clId="{50575C35-41EB-44E4-B6D8-53B2A3D533B4}"/>
    <pc:docChg chg="undo custSel addSld delSld modSld sldOrd">
      <pc:chgData name="Дементьева Кристина" userId="bda54a60f64c1e1d" providerId="LiveId" clId="{50575C35-41EB-44E4-B6D8-53B2A3D533B4}" dt="2025-09-02T07:36:50.009" v="675" actId="20577"/>
      <pc:docMkLst>
        <pc:docMk/>
      </pc:docMkLst>
      <pc:sldChg chg="add">
        <pc:chgData name="Дементьева Кристина" userId="bda54a60f64c1e1d" providerId="LiveId" clId="{50575C35-41EB-44E4-B6D8-53B2A3D533B4}" dt="2025-09-01T08:18:10.282" v="0"/>
        <pc:sldMkLst>
          <pc:docMk/>
          <pc:sldMk cId="2836898489" sldId="258"/>
        </pc:sldMkLst>
      </pc:sldChg>
      <pc:sldChg chg="modSp add mod">
        <pc:chgData name="Дементьева Кристина" userId="bda54a60f64c1e1d" providerId="LiveId" clId="{50575C35-41EB-44E4-B6D8-53B2A3D533B4}" dt="2025-09-01T08:32:08.837" v="70" actId="20577"/>
        <pc:sldMkLst>
          <pc:docMk/>
          <pc:sldMk cId="788055053" sldId="259"/>
        </pc:sldMkLst>
        <pc:spChg chg="mod">
          <ac:chgData name="Дементьева Кристина" userId="bda54a60f64c1e1d" providerId="LiveId" clId="{50575C35-41EB-44E4-B6D8-53B2A3D533B4}" dt="2025-09-01T08:32:08.837" v="70" actId="20577"/>
          <ac:spMkLst>
            <pc:docMk/>
            <pc:sldMk cId="788055053" sldId="259"/>
            <ac:spMk id="7" creationId="{00000000-0000-0000-0000-000000000000}"/>
          </ac:spMkLst>
        </pc:spChg>
      </pc:sldChg>
      <pc:sldChg chg="addSp delSp modSp add mod">
        <pc:chgData name="Дементьева Кристина" userId="bda54a60f64c1e1d" providerId="LiveId" clId="{50575C35-41EB-44E4-B6D8-53B2A3D533B4}" dt="2025-09-02T05:56:51.536" v="127" actId="29295"/>
        <pc:sldMkLst>
          <pc:docMk/>
          <pc:sldMk cId="2349377325" sldId="260"/>
        </pc:sldMkLst>
        <pc:spChg chg="add mod">
          <ac:chgData name="Дементьева Кристина" userId="bda54a60f64c1e1d" providerId="LiveId" clId="{50575C35-41EB-44E4-B6D8-53B2A3D533B4}" dt="2025-09-02T05:55:15.861" v="88" actId="113"/>
          <ac:spMkLst>
            <pc:docMk/>
            <pc:sldMk cId="2349377325" sldId="260"/>
            <ac:spMk id="2" creationId="{8D351E16-F0CD-EFE9-AD90-5B323923B2E5}"/>
          </ac:spMkLst>
        </pc:spChg>
        <pc:spChg chg="add mod">
          <ac:chgData name="Дементьева Кристина" userId="bda54a60f64c1e1d" providerId="LiveId" clId="{50575C35-41EB-44E4-B6D8-53B2A3D533B4}" dt="2025-09-02T05:56:51.536" v="127" actId="29295"/>
          <ac:spMkLst>
            <pc:docMk/>
            <pc:sldMk cId="2349377325" sldId="260"/>
            <ac:spMk id="3" creationId="{2C922888-130C-F268-0BE4-723E02C9DFD0}"/>
          </ac:spMkLst>
        </pc:spChg>
        <pc:spChg chg="del">
          <ac:chgData name="Дементьева Кристина" userId="bda54a60f64c1e1d" providerId="LiveId" clId="{50575C35-41EB-44E4-B6D8-53B2A3D533B4}" dt="2025-09-02T05:54:32.064" v="72" actId="478"/>
          <ac:spMkLst>
            <pc:docMk/>
            <pc:sldMk cId="2349377325" sldId="260"/>
            <ac:spMk id="7" creationId="{4D657889-EAD9-2112-0794-6056EBA38B60}"/>
          </ac:spMkLst>
        </pc:spChg>
        <pc:spChg chg="mod">
          <ac:chgData name="Дементьева Кристина" userId="bda54a60f64c1e1d" providerId="LiveId" clId="{50575C35-41EB-44E4-B6D8-53B2A3D533B4}" dt="2025-09-02T05:55:02.129" v="83" actId="404"/>
          <ac:spMkLst>
            <pc:docMk/>
            <pc:sldMk cId="2349377325" sldId="260"/>
            <ac:spMk id="9" creationId="{D822894A-0D08-F4D6-D001-49CB506CC73E}"/>
          </ac:spMkLst>
        </pc:spChg>
        <pc:picChg chg="del">
          <ac:chgData name="Дементьева Кристина" userId="bda54a60f64c1e1d" providerId="LiveId" clId="{50575C35-41EB-44E4-B6D8-53B2A3D533B4}" dt="2025-09-02T05:54:34.186" v="73" actId="478"/>
          <ac:picMkLst>
            <pc:docMk/>
            <pc:sldMk cId="2349377325" sldId="260"/>
            <ac:picMk id="12" creationId="{2B275E27-C270-87E3-716F-BC18B7DC8DDA}"/>
          </ac:picMkLst>
        </pc:picChg>
      </pc:sldChg>
      <pc:sldChg chg="modSp add mod ord">
        <pc:chgData name="Дементьева Кристина" userId="bda54a60f64c1e1d" providerId="LiveId" clId="{50575C35-41EB-44E4-B6D8-53B2A3D533B4}" dt="2025-09-02T06:14:51.108" v="213" actId="113"/>
        <pc:sldMkLst>
          <pc:docMk/>
          <pc:sldMk cId="475516282" sldId="261"/>
        </pc:sldMkLst>
        <pc:spChg chg="mod">
          <ac:chgData name="Дементьева Кристина" userId="bda54a60f64c1e1d" providerId="LiveId" clId="{50575C35-41EB-44E4-B6D8-53B2A3D533B4}" dt="2025-09-02T06:14:51.108" v="213" actId="113"/>
          <ac:spMkLst>
            <pc:docMk/>
            <pc:sldMk cId="475516282" sldId="261"/>
            <ac:spMk id="2" creationId="{333D35C6-72C0-8AA4-C85E-0CEF7C64EE3E}"/>
          </ac:spMkLst>
        </pc:spChg>
        <pc:spChg chg="mod ord">
          <ac:chgData name="Дементьева Кристина" userId="bda54a60f64c1e1d" providerId="LiveId" clId="{50575C35-41EB-44E4-B6D8-53B2A3D533B4}" dt="2025-09-02T06:09:34.543" v="200" actId="207"/>
          <ac:spMkLst>
            <pc:docMk/>
            <pc:sldMk cId="475516282" sldId="261"/>
            <ac:spMk id="3" creationId="{7FAFAD10-E8E3-3B03-8B80-0C8E23CAA786}"/>
          </ac:spMkLst>
        </pc:spChg>
        <pc:spChg chg="mod">
          <ac:chgData name="Дементьева Кристина" userId="bda54a60f64c1e1d" providerId="LiveId" clId="{50575C35-41EB-44E4-B6D8-53B2A3D533B4}" dt="2025-09-02T06:14:27.495" v="206" actId="404"/>
          <ac:spMkLst>
            <pc:docMk/>
            <pc:sldMk cId="475516282" sldId="261"/>
            <ac:spMk id="9" creationId="{85FAF9BE-A43B-C353-2D6A-8944D565A3FF}"/>
          </ac:spMkLst>
        </pc:spChg>
      </pc:sldChg>
      <pc:sldChg chg="modSp add mod">
        <pc:chgData name="Дементьева Кристина" userId="bda54a60f64c1e1d" providerId="LiveId" clId="{50575C35-41EB-44E4-B6D8-53B2A3D533B4}" dt="2025-09-02T05:58:46.200" v="180" actId="404"/>
        <pc:sldMkLst>
          <pc:docMk/>
          <pc:sldMk cId="779936014" sldId="262"/>
        </pc:sldMkLst>
        <pc:spChg chg="mod">
          <ac:chgData name="Дементьева Кристина" userId="bda54a60f64c1e1d" providerId="LiveId" clId="{50575C35-41EB-44E4-B6D8-53B2A3D533B4}" dt="2025-09-02T05:58:46.200" v="180" actId="404"/>
          <ac:spMkLst>
            <pc:docMk/>
            <pc:sldMk cId="779936014" sldId="262"/>
            <ac:spMk id="2" creationId="{D520700D-1450-10C8-1134-0410427DE91B}"/>
          </ac:spMkLst>
        </pc:spChg>
        <pc:spChg chg="mod">
          <ac:chgData name="Дементьева Кристина" userId="bda54a60f64c1e1d" providerId="LiveId" clId="{50575C35-41EB-44E4-B6D8-53B2A3D533B4}" dt="2025-09-02T05:58:22.171" v="171"/>
          <ac:spMkLst>
            <pc:docMk/>
            <pc:sldMk cId="779936014" sldId="262"/>
            <ac:spMk id="9" creationId="{E396C268-096B-2384-DAA0-442B559D889B}"/>
          </ac:spMkLst>
        </pc:spChg>
      </pc:sldChg>
      <pc:sldChg chg="modSp add mod">
        <pc:chgData name="Дементьева Кристина" userId="bda54a60f64c1e1d" providerId="LiveId" clId="{50575C35-41EB-44E4-B6D8-53B2A3D533B4}" dt="2025-09-02T06:15:38.312" v="248" actId="113"/>
        <pc:sldMkLst>
          <pc:docMk/>
          <pc:sldMk cId="3564896000" sldId="263"/>
        </pc:sldMkLst>
        <pc:spChg chg="mod">
          <ac:chgData name="Дементьева Кристина" userId="bda54a60f64c1e1d" providerId="LiveId" clId="{50575C35-41EB-44E4-B6D8-53B2A3D533B4}" dt="2025-09-02T06:15:38.312" v="248" actId="113"/>
          <ac:spMkLst>
            <pc:docMk/>
            <pc:sldMk cId="3564896000" sldId="263"/>
            <ac:spMk id="2" creationId="{930C947F-C488-F252-926F-4759847D75C1}"/>
          </ac:spMkLst>
        </pc:spChg>
        <pc:spChg chg="mod">
          <ac:chgData name="Дементьева Кристина" userId="bda54a60f64c1e1d" providerId="LiveId" clId="{50575C35-41EB-44E4-B6D8-53B2A3D533B4}" dt="2025-09-02T06:15:17.743" v="221"/>
          <ac:spMkLst>
            <pc:docMk/>
            <pc:sldMk cId="3564896000" sldId="263"/>
            <ac:spMk id="9" creationId="{FC0A01E8-571C-F1DF-016F-B490A8C9B0DA}"/>
          </ac:spMkLst>
        </pc:spChg>
      </pc:sldChg>
      <pc:sldChg chg="modSp add mod">
        <pc:chgData name="Дементьева Кристина" userId="bda54a60f64c1e1d" providerId="LiveId" clId="{50575C35-41EB-44E4-B6D8-53B2A3D533B4}" dt="2025-09-02T06:24:44.910" v="263" actId="14100"/>
        <pc:sldMkLst>
          <pc:docMk/>
          <pc:sldMk cId="4047463251" sldId="264"/>
        </pc:sldMkLst>
        <pc:spChg chg="mod">
          <ac:chgData name="Дементьева Кристина" userId="bda54a60f64c1e1d" providerId="LiveId" clId="{50575C35-41EB-44E4-B6D8-53B2A3D533B4}" dt="2025-09-02T06:16:36.077" v="262" actId="15"/>
          <ac:spMkLst>
            <pc:docMk/>
            <pc:sldMk cId="4047463251" sldId="264"/>
            <ac:spMk id="2" creationId="{2C8BBB55-07D0-42DE-CD69-96DAD596D510}"/>
          </ac:spMkLst>
        </pc:spChg>
        <pc:spChg chg="mod">
          <ac:chgData name="Дементьева Кристина" userId="bda54a60f64c1e1d" providerId="LiveId" clId="{50575C35-41EB-44E4-B6D8-53B2A3D533B4}" dt="2025-09-02T06:24:44.910" v="263" actId="14100"/>
          <ac:spMkLst>
            <pc:docMk/>
            <pc:sldMk cId="4047463251" sldId="264"/>
            <ac:spMk id="3" creationId="{2853C28B-2BFA-3191-69D2-034130F11625}"/>
          </ac:spMkLst>
        </pc:spChg>
        <pc:spChg chg="mod">
          <ac:chgData name="Дементьева Кристина" userId="bda54a60f64c1e1d" providerId="LiveId" clId="{50575C35-41EB-44E4-B6D8-53B2A3D533B4}" dt="2025-09-02T06:16:05.823" v="254"/>
          <ac:spMkLst>
            <pc:docMk/>
            <pc:sldMk cId="4047463251" sldId="264"/>
            <ac:spMk id="9" creationId="{BC19AEC5-E85E-C165-9B56-CB8E3E2D28F1}"/>
          </ac:spMkLst>
        </pc:spChg>
      </pc:sldChg>
      <pc:sldChg chg="modSp add mod">
        <pc:chgData name="Дементьева Кристина" userId="bda54a60f64c1e1d" providerId="LiveId" clId="{50575C35-41EB-44E4-B6D8-53B2A3D533B4}" dt="2025-09-02T06:57:14.678" v="274" actId="12"/>
        <pc:sldMkLst>
          <pc:docMk/>
          <pc:sldMk cId="2322189550" sldId="265"/>
        </pc:sldMkLst>
        <pc:spChg chg="mod">
          <ac:chgData name="Дементьева Кристина" userId="bda54a60f64c1e1d" providerId="LiveId" clId="{50575C35-41EB-44E4-B6D8-53B2A3D533B4}" dt="2025-09-02T06:57:14.678" v="274" actId="12"/>
          <ac:spMkLst>
            <pc:docMk/>
            <pc:sldMk cId="2322189550" sldId="265"/>
            <ac:spMk id="2" creationId="{CED1BD99-8652-E676-FE04-3FD0DAC1355F}"/>
          </ac:spMkLst>
        </pc:spChg>
        <pc:spChg chg="mod">
          <ac:chgData name="Дементьева Кристина" userId="bda54a60f64c1e1d" providerId="LiveId" clId="{50575C35-41EB-44E4-B6D8-53B2A3D533B4}" dt="2025-09-02T06:56:51.417" v="267"/>
          <ac:spMkLst>
            <pc:docMk/>
            <pc:sldMk cId="2322189550" sldId="265"/>
            <ac:spMk id="9" creationId="{03D94099-B1A7-BF9E-644D-B558866F5485}"/>
          </ac:spMkLst>
        </pc:spChg>
      </pc:sldChg>
      <pc:sldChg chg="modSp add mod">
        <pc:chgData name="Дементьева Кристина" userId="bda54a60f64c1e1d" providerId="LiveId" clId="{50575C35-41EB-44E4-B6D8-53B2A3D533B4}" dt="2025-09-02T06:58:04.153" v="286" actId="5793"/>
        <pc:sldMkLst>
          <pc:docMk/>
          <pc:sldMk cId="4260346531" sldId="266"/>
        </pc:sldMkLst>
        <pc:spChg chg="mod">
          <ac:chgData name="Дементьева Кристина" userId="bda54a60f64c1e1d" providerId="LiveId" clId="{50575C35-41EB-44E4-B6D8-53B2A3D533B4}" dt="2025-09-02T06:58:04.153" v="286" actId="5793"/>
          <ac:spMkLst>
            <pc:docMk/>
            <pc:sldMk cId="4260346531" sldId="266"/>
            <ac:spMk id="2" creationId="{6B89FFB6-29B4-5340-D4DE-92831ACC6E68}"/>
          </ac:spMkLst>
        </pc:spChg>
        <pc:spChg chg="mod">
          <ac:chgData name="Дементьева Кристина" userId="bda54a60f64c1e1d" providerId="LiveId" clId="{50575C35-41EB-44E4-B6D8-53B2A3D533B4}" dt="2025-09-02T06:57:38.790" v="278"/>
          <ac:spMkLst>
            <pc:docMk/>
            <pc:sldMk cId="4260346531" sldId="266"/>
            <ac:spMk id="9" creationId="{F632A96D-3F7D-FA0F-8A54-46966EBE2948}"/>
          </ac:spMkLst>
        </pc:spChg>
      </pc:sldChg>
      <pc:sldChg chg="modSp add mod">
        <pc:chgData name="Дементьева Кристина" userId="bda54a60f64c1e1d" providerId="LiveId" clId="{50575C35-41EB-44E4-B6D8-53B2A3D533B4}" dt="2025-09-02T06:58:32.592" v="298" actId="113"/>
        <pc:sldMkLst>
          <pc:docMk/>
          <pc:sldMk cId="4142342014" sldId="267"/>
        </pc:sldMkLst>
        <pc:spChg chg="mod">
          <ac:chgData name="Дементьева Кристина" userId="bda54a60f64c1e1d" providerId="LiveId" clId="{50575C35-41EB-44E4-B6D8-53B2A3D533B4}" dt="2025-09-02T06:58:32.592" v="298" actId="113"/>
          <ac:spMkLst>
            <pc:docMk/>
            <pc:sldMk cId="4142342014" sldId="267"/>
            <ac:spMk id="2" creationId="{9592509E-282E-2A41-0E9C-29B065043434}"/>
          </ac:spMkLst>
        </pc:spChg>
        <pc:spChg chg="mod">
          <ac:chgData name="Дементьева Кристина" userId="bda54a60f64c1e1d" providerId="LiveId" clId="{50575C35-41EB-44E4-B6D8-53B2A3D533B4}" dt="2025-09-02T06:58:14.917" v="290"/>
          <ac:spMkLst>
            <pc:docMk/>
            <pc:sldMk cId="4142342014" sldId="267"/>
            <ac:spMk id="9" creationId="{C5F3B52E-2E75-85B6-BF8B-9730BB205EA1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3:26.593" v="464" actId="1076"/>
        <pc:sldMkLst>
          <pc:docMk/>
          <pc:sldMk cId="4252355534" sldId="268"/>
        </pc:sldMkLst>
        <pc:spChg chg="mod">
          <ac:chgData name="Дементьева Кристина" userId="bda54a60f64c1e1d" providerId="LiveId" clId="{50575C35-41EB-44E4-B6D8-53B2A3D533B4}" dt="2025-09-02T07:03:26.593" v="464" actId="1076"/>
          <ac:spMkLst>
            <pc:docMk/>
            <pc:sldMk cId="4252355534" sldId="268"/>
            <ac:spMk id="2" creationId="{168B1AC9-784E-B149-2CA5-061735120D40}"/>
          </ac:spMkLst>
        </pc:spChg>
        <pc:spChg chg="mod">
          <ac:chgData name="Дементьева Кристина" userId="bda54a60f64c1e1d" providerId="LiveId" clId="{50575C35-41EB-44E4-B6D8-53B2A3D533B4}" dt="2025-09-02T07:00:22.656" v="393" actId="207"/>
          <ac:spMkLst>
            <pc:docMk/>
            <pc:sldMk cId="4252355534" sldId="268"/>
            <ac:spMk id="3" creationId="{DAB8F50F-E430-E5DD-EC09-1BF7A54090C2}"/>
          </ac:spMkLst>
        </pc:spChg>
        <pc:spChg chg="mod">
          <ac:chgData name="Дементьева Кристина" userId="bda54a60f64c1e1d" providerId="LiveId" clId="{50575C35-41EB-44E4-B6D8-53B2A3D533B4}" dt="2025-09-02T07:00:05.762" v="303" actId="1076"/>
          <ac:spMkLst>
            <pc:docMk/>
            <pc:sldMk cId="4252355534" sldId="268"/>
            <ac:spMk id="8" creationId="{1C4471D3-8877-8E29-DB8B-6D0409AF8EF1}"/>
          </ac:spMkLst>
        </pc:spChg>
        <pc:spChg chg="mod">
          <ac:chgData name="Дементьева Кристина" userId="bda54a60f64c1e1d" providerId="LiveId" clId="{50575C35-41EB-44E4-B6D8-53B2A3D533B4}" dt="2025-09-02T07:00:41.570" v="400" actId="255"/>
          <ac:spMkLst>
            <pc:docMk/>
            <pc:sldMk cId="4252355534" sldId="268"/>
            <ac:spMk id="9" creationId="{FEE09C66-C08B-5E11-7053-B348E09FE013}"/>
          </ac:spMkLst>
        </pc:spChg>
      </pc:sldChg>
      <pc:sldChg chg="modSp add del mod">
        <pc:chgData name="Дементьева Кристина" userId="bda54a60f64c1e1d" providerId="LiveId" clId="{50575C35-41EB-44E4-B6D8-53B2A3D533B4}" dt="2025-09-02T07:02:35.880" v="442"/>
        <pc:sldMkLst>
          <pc:docMk/>
          <pc:sldMk cId="1484188843" sldId="269"/>
        </pc:sldMkLst>
        <pc:spChg chg="mod">
          <ac:chgData name="Дементьева Кристина" userId="bda54a60f64c1e1d" providerId="LiveId" clId="{50575C35-41EB-44E4-B6D8-53B2A3D533B4}" dt="2025-09-02T07:02:35.080" v="441"/>
          <ac:spMkLst>
            <pc:docMk/>
            <pc:sldMk cId="1484188843" sldId="269"/>
            <ac:spMk id="2" creationId="{428D261D-8C7A-8004-0138-8716DA98CA6D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3:22.498" v="463" actId="1076"/>
        <pc:sldMkLst>
          <pc:docMk/>
          <pc:sldMk cId="1658110255" sldId="269"/>
        </pc:sldMkLst>
        <pc:spChg chg="mod">
          <ac:chgData name="Дементьева Кристина" userId="bda54a60f64c1e1d" providerId="LiveId" clId="{50575C35-41EB-44E4-B6D8-53B2A3D533B4}" dt="2025-09-02T07:03:22.498" v="463" actId="1076"/>
          <ac:spMkLst>
            <pc:docMk/>
            <pc:sldMk cId="1658110255" sldId="269"/>
            <ac:spMk id="2" creationId="{4FE4CC70-52C4-0782-6737-6B90A1E00C1E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4:26.877" v="489" actId="6549"/>
        <pc:sldMkLst>
          <pc:docMk/>
          <pc:sldMk cId="62570331" sldId="270"/>
        </pc:sldMkLst>
        <pc:spChg chg="mod">
          <ac:chgData name="Дементьева Кристина" userId="bda54a60f64c1e1d" providerId="LiveId" clId="{50575C35-41EB-44E4-B6D8-53B2A3D533B4}" dt="2025-09-02T07:04:26.877" v="489" actId="6549"/>
          <ac:spMkLst>
            <pc:docMk/>
            <pc:sldMk cId="62570331" sldId="270"/>
            <ac:spMk id="2" creationId="{A74F3AC6-BD77-5D4C-B00B-BD39C2DB92CF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5:27.264" v="503" actId="20577"/>
        <pc:sldMkLst>
          <pc:docMk/>
          <pc:sldMk cId="2568053076" sldId="271"/>
        </pc:sldMkLst>
        <pc:spChg chg="mod">
          <ac:chgData name="Дементьева Кристина" userId="bda54a60f64c1e1d" providerId="LiveId" clId="{50575C35-41EB-44E4-B6D8-53B2A3D533B4}" dt="2025-09-02T07:05:27.264" v="503" actId="20577"/>
          <ac:spMkLst>
            <pc:docMk/>
            <pc:sldMk cId="2568053076" sldId="271"/>
            <ac:spMk id="2" creationId="{E8D60683-6ED2-D4B8-B3A3-30D2AF372404}"/>
          </ac:spMkLst>
        </pc:spChg>
        <pc:spChg chg="mod">
          <ac:chgData name="Дементьева Кристина" userId="bda54a60f64c1e1d" providerId="LiveId" clId="{50575C35-41EB-44E4-B6D8-53B2A3D533B4}" dt="2025-09-02T07:04:59.705" v="494" actId="403"/>
          <ac:spMkLst>
            <pc:docMk/>
            <pc:sldMk cId="2568053076" sldId="271"/>
            <ac:spMk id="9" creationId="{D7656DA5-78EC-9EFF-8C97-0D69A49EF78A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6:10.389" v="511" actId="20577"/>
        <pc:sldMkLst>
          <pc:docMk/>
          <pc:sldMk cId="1993131670" sldId="272"/>
        </pc:sldMkLst>
        <pc:spChg chg="mod">
          <ac:chgData name="Дементьева Кристина" userId="bda54a60f64c1e1d" providerId="LiveId" clId="{50575C35-41EB-44E4-B6D8-53B2A3D533B4}" dt="2025-09-02T07:06:10.389" v="511" actId="20577"/>
          <ac:spMkLst>
            <pc:docMk/>
            <pc:sldMk cId="1993131670" sldId="272"/>
            <ac:spMk id="2" creationId="{0CBA4059-6999-41CF-17BB-9AE663FFD9A2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6:33.532" v="519" actId="15"/>
        <pc:sldMkLst>
          <pc:docMk/>
          <pc:sldMk cId="1154761909" sldId="273"/>
        </pc:sldMkLst>
        <pc:spChg chg="mod">
          <ac:chgData name="Дементьева Кристина" userId="bda54a60f64c1e1d" providerId="LiveId" clId="{50575C35-41EB-44E4-B6D8-53B2A3D533B4}" dt="2025-09-02T07:06:33.532" v="519" actId="15"/>
          <ac:spMkLst>
            <pc:docMk/>
            <pc:sldMk cId="1154761909" sldId="273"/>
            <ac:spMk id="2" creationId="{1BCA2CCB-0EB1-051E-7F14-4ED482761CA9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7:48.600" v="534" actId="20577"/>
        <pc:sldMkLst>
          <pc:docMk/>
          <pc:sldMk cId="2607254177" sldId="274"/>
        </pc:sldMkLst>
        <pc:spChg chg="mod">
          <ac:chgData name="Дементьева Кристина" userId="bda54a60f64c1e1d" providerId="LiveId" clId="{50575C35-41EB-44E4-B6D8-53B2A3D533B4}" dt="2025-09-02T07:07:48.600" v="534" actId="20577"/>
          <ac:spMkLst>
            <pc:docMk/>
            <pc:sldMk cId="2607254177" sldId="274"/>
            <ac:spMk id="2" creationId="{BF8E7126-3C63-082F-B10A-CBBA7A88B02F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7:39.752" v="533" actId="20577"/>
        <pc:sldMkLst>
          <pc:docMk/>
          <pc:sldMk cId="3721883445" sldId="275"/>
        </pc:sldMkLst>
        <pc:spChg chg="mod">
          <ac:chgData name="Дементьева Кристина" userId="bda54a60f64c1e1d" providerId="LiveId" clId="{50575C35-41EB-44E4-B6D8-53B2A3D533B4}" dt="2025-09-02T07:07:39.752" v="533" actId="20577"/>
          <ac:spMkLst>
            <pc:docMk/>
            <pc:sldMk cId="3721883445" sldId="275"/>
            <ac:spMk id="2" creationId="{3C77C76D-C654-B264-C30E-68CCD4BBF58B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08:21.401" v="541" actId="20577"/>
        <pc:sldMkLst>
          <pc:docMk/>
          <pc:sldMk cId="1371757798" sldId="276"/>
        </pc:sldMkLst>
        <pc:spChg chg="mod">
          <ac:chgData name="Дементьева Кристина" userId="bda54a60f64c1e1d" providerId="LiveId" clId="{50575C35-41EB-44E4-B6D8-53B2A3D533B4}" dt="2025-09-02T07:08:21.401" v="541" actId="20577"/>
          <ac:spMkLst>
            <pc:docMk/>
            <pc:sldMk cId="1371757798" sldId="276"/>
            <ac:spMk id="2" creationId="{AA512820-7788-75D0-CDDB-722348B617EB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0:02.454" v="567" actId="20577"/>
        <pc:sldMkLst>
          <pc:docMk/>
          <pc:sldMk cId="1996203283" sldId="277"/>
        </pc:sldMkLst>
        <pc:spChg chg="mod">
          <ac:chgData name="Дементьева Кристина" userId="bda54a60f64c1e1d" providerId="LiveId" clId="{50575C35-41EB-44E4-B6D8-53B2A3D533B4}" dt="2025-09-02T07:10:02.454" v="567" actId="20577"/>
          <ac:spMkLst>
            <pc:docMk/>
            <pc:sldMk cId="1996203283" sldId="277"/>
            <ac:spMk id="2" creationId="{7594F67D-725A-8862-69DB-311ECF1BAB03}"/>
          </ac:spMkLst>
        </pc:spChg>
        <pc:spChg chg="mod">
          <ac:chgData name="Дементьева Кристина" userId="bda54a60f64c1e1d" providerId="LiveId" clId="{50575C35-41EB-44E4-B6D8-53B2A3D533B4}" dt="2025-09-02T07:08:59.566" v="546" actId="403"/>
          <ac:spMkLst>
            <pc:docMk/>
            <pc:sldMk cId="1996203283" sldId="277"/>
            <ac:spMk id="9" creationId="{7D220AD2-E805-64DC-5C19-629815D477A7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5:38.294" v="582" actId="20577"/>
        <pc:sldMkLst>
          <pc:docMk/>
          <pc:sldMk cId="1476130584" sldId="278"/>
        </pc:sldMkLst>
        <pc:spChg chg="mod">
          <ac:chgData name="Дементьева Кристина" userId="bda54a60f64c1e1d" providerId="LiveId" clId="{50575C35-41EB-44E4-B6D8-53B2A3D533B4}" dt="2025-09-02T07:15:38.294" v="582" actId="20577"/>
          <ac:spMkLst>
            <pc:docMk/>
            <pc:sldMk cId="1476130584" sldId="278"/>
            <ac:spMk id="2" creationId="{C753978A-A169-B1CA-69F8-09BE7F867B78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6:52.995" v="584"/>
        <pc:sldMkLst>
          <pc:docMk/>
          <pc:sldMk cId="110699270" sldId="279"/>
        </pc:sldMkLst>
        <pc:spChg chg="mod">
          <ac:chgData name="Дементьева Кристина" userId="bda54a60f64c1e1d" providerId="LiveId" clId="{50575C35-41EB-44E4-B6D8-53B2A3D533B4}" dt="2025-09-02T07:16:52.995" v="584"/>
          <ac:spMkLst>
            <pc:docMk/>
            <pc:sldMk cId="110699270" sldId="279"/>
            <ac:spMk id="2" creationId="{6B7EE2DF-369E-A004-78B3-86451D5EC403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7:03.226" v="590" actId="20577"/>
        <pc:sldMkLst>
          <pc:docMk/>
          <pc:sldMk cId="3999384490" sldId="280"/>
        </pc:sldMkLst>
        <pc:spChg chg="mod">
          <ac:chgData name="Дементьева Кристина" userId="bda54a60f64c1e1d" providerId="LiveId" clId="{50575C35-41EB-44E4-B6D8-53B2A3D533B4}" dt="2025-09-02T07:17:03.226" v="590" actId="20577"/>
          <ac:spMkLst>
            <pc:docMk/>
            <pc:sldMk cId="3999384490" sldId="280"/>
            <ac:spMk id="2" creationId="{DC6BB5CA-91F0-BE4C-791D-A2C69B97E865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8:02.656" v="596" actId="20577"/>
        <pc:sldMkLst>
          <pc:docMk/>
          <pc:sldMk cId="3781456707" sldId="281"/>
        </pc:sldMkLst>
        <pc:spChg chg="mod">
          <ac:chgData name="Дементьева Кристина" userId="bda54a60f64c1e1d" providerId="LiveId" clId="{50575C35-41EB-44E4-B6D8-53B2A3D533B4}" dt="2025-09-02T07:18:02.656" v="596" actId="20577"/>
          <ac:spMkLst>
            <pc:docMk/>
            <pc:sldMk cId="3781456707" sldId="281"/>
            <ac:spMk id="2" creationId="{46BADD39-B772-D84E-782A-5F5A3FC03C89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8:14.624" v="601" actId="113"/>
        <pc:sldMkLst>
          <pc:docMk/>
          <pc:sldMk cId="3328187085" sldId="282"/>
        </pc:sldMkLst>
        <pc:spChg chg="mod">
          <ac:chgData name="Дементьева Кристина" userId="bda54a60f64c1e1d" providerId="LiveId" clId="{50575C35-41EB-44E4-B6D8-53B2A3D533B4}" dt="2025-09-02T07:18:14.624" v="601" actId="113"/>
          <ac:spMkLst>
            <pc:docMk/>
            <pc:sldMk cId="3328187085" sldId="282"/>
            <ac:spMk id="2" creationId="{C02094B9-90E6-6301-8DAF-5FA9F3A2AD3E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19:18.884" v="617" actId="20577"/>
        <pc:sldMkLst>
          <pc:docMk/>
          <pc:sldMk cId="4029895466" sldId="283"/>
        </pc:sldMkLst>
        <pc:spChg chg="mod">
          <ac:chgData name="Дементьева Кристина" userId="bda54a60f64c1e1d" providerId="LiveId" clId="{50575C35-41EB-44E4-B6D8-53B2A3D533B4}" dt="2025-09-02T07:19:18.884" v="617" actId="20577"/>
          <ac:spMkLst>
            <pc:docMk/>
            <pc:sldMk cId="4029895466" sldId="283"/>
            <ac:spMk id="2" creationId="{328BE032-F50C-EAF0-AE1D-757C5F479D33}"/>
          </ac:spMkLst>
        </pc:spChg>
        <pc:spChg chg="mod">
          <ac:chgData name="Дементьева Кристина" userId="bda54a60f64c1e1d" providerId="LiveId" clId="{50575C35-41EB-44E4-B6D8-53B2A3D533B4}" dt="2025-09-02T07:18:42.598" v="605"/>
          <ac:spMkLst>
            <pc:docMk/>
            <pc:sldMk cId="4029895466" sldId="283"/>
            <ac:spMk id="9" creationId="{74B24FE6-6A19-2270-BC81-C9BF01F2ABDB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22:39.566" v="628" actId="20577"/>
        <pc:sldMkLst>
          <pc:docMk/>
          <pc:sldMk cId="507937865" sldId="284"/>
        </pc:sldMkLst>
        <pc:spChg chg="mod">
          <ac:chgData name="Дементьева Кристина" userId="bda54a60f64c1e1d" providerId="LiveId" clId="{50575C35-41EB-44E4-B6D8-53B2A3D533B4}" dt="2025-09-02T07:22:39.566" v="628" actId="20577"/>
          <ac:spMkLst>
            <pc:docMk/>
            <pc:sldMk cId="507937865" sldId="284"/>
            <ac:spMk id="2" creationId="{194BF550-0741-EB81-9406-B16CDCE711FF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28:47.907" v="643" actId="207"/>
        <pc:sldMkLst>
          <pc:docMk/>
          <pc:sldMk cId="4076155217" sldId="285"/>
        </pc:sldMkLst>
        <pc:spChg chg="mod">
          <ac:chgData name="Дементьева Кристина" userId="bda54a60f64c1e1d" providerId="LiveId" clId="{50575C35-41EB-44E4-B6D8-53B2A3D533B4}" dt="2025-09-02T07:28:47.907" v="643" actId="207"/>
          <ac:spMkLst>
            <pc:docMk/>
            <pc:sldMk cId="4076155217" sldId="285"/>
            <ac:spMk id="2" creationId="{4396F828-7292-73E5-6FAD-B36E2854DC30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29:28.915" v="655" actId="113"/>
        <pc:sldMkLst>
          <pc:docMk/>
          <pc:sldMk cId="948636787" sldId="286"/>
        </pc:sldMkLst>
        <pc:spChg chg="mod">
          <ac:chgData name="Дементьева Кристина" userId="bda54a60f64c1e1d" providerId="LiveId" clId="{50575C35-41EB-44E4-B6D8-53B2A3D533B4}" dt="2025-09-02T07:29:28.915" v="655" actId="113"/>
          <ac:spMkLst>
            <pc:docMk/>
            <pc:sldMk cId="948636787" sldId="286"/>
            <ac:spMk id="2" creationId="{544A2165-2B7F-D253-CEFF-8B68EFED5E5E}"/>
          </ac:spMkLst>
        </pc:spChg>
        <pc:spChg chg="mod">
          <ac:chgData name="Дементьева Кристина" userId="bda54a60f64c1e1d" providerId="LiveId" clId="{50575C35-41EB-44E4-B6D8-53B2A3D533B4}" dt="2025-09-02T07:29:22.539" v="651" actId="113"/>
          <ac:spMkLst>
            <pc:docMk/>
            <pc:sldMk cId="948636787" sldId="286"/>
            <ac:spMk id="9" creationId="{D4BA35F1-D6F7-2D50-1CBC-C438FD7A5467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32:40.056" v="664" actId="20577"/>
        <pc:sldMkLst>
          <pc:docMk/>
          <pc:sldMk cId="3251873713" sldId="287"/>
        </pc:sldMkLst>
        <pc:spChg chg="mod">
          <ac:chgData name="Дементьева Кристина" userId="bda54a60f64c1e1d" providerId="LiveId" clId="{50575C35-41EB-44E4-B6D8-53B2A3D533B4}" dt="2025-09-02T07:32:40.056" v="664" actId="20577"/>
          <ac:spMkLst>
            <pc:docMk/>
            <pc:sldMk cId="3251873713" sldId="287"/>
            <ac:spMk id="2" creationId="{04FD1F7D-F4E7-0501-F295-6E71B84E1AC8}"/>
          </ac:spMkLst>
        </pc:spChg>
      </pc:sldChg>
      <pc:sldChg chg="modSp add mod">
        <pc:chgData name="Дементьева Кристина" userId="bda54a60f64c1e1d" providerId="LiveId" clId="{50575C35-41EB-44E4-B6D8-53B2A3D533B4}" dt="2025-09-02T07:36:50.009" v="675" actId="20577"/>
        <pc:sldMkLst>
          <pc:docMk/>
          <pc:sldMk cId="1165804231" sldId="288"/>
        </pc:sldMkLst>
        <pc:spChg chg="mod">
          <ac:chgData name="Дементьева Кристина" userId="bda54a60f64c1e1d" providerId="LiveId" clId="{50575C35-41EB-44E4-B6D8-53B2A3D533B4}" dt="2025-09-02T07:36:50.009" v="675" actId="20577"/>
          <ac:spMkLst>
            <pc:docMk/>
            <pc:sldMk cId="1165804231" sldId="288"/>
            <ac:spMk id="2" creationId="{1C0ADF5E-D3C4-0669-C671-70B34C3D66C1}"/>
          </ac:spMkLst>
        </pc:spChg>
        <pc:spChg chg="mod">
          <ac:chgData name="Дементьева Кристина" userId="bda54a60f64c1e1d" providerId="LiveId" clId="{50575C35-41EB-44E4-B6D8-53B2A3D533B4}" dt="2025-09-02T07:36:17.224" v="668"/>
          <ac:spMkLst>
            <pc:docMk/>
            <pc:sldMk cId="1165804231" sldId="288"/>
            <ac:spMk id="9" creationId="{17C4F83F-0218-72EC-5453-76B972161D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F4DA5-7AEE-DF7E-82A7-E187C0A5C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81B3CB-78F8-77ED-35E8-4C823B547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05A4BE-B23B-4270-7791-D4A012CC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2C3C50-480B-2075-D008-F864D216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1474E7-7AB0-7FAF-B8E2-99FB6AB1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88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65C3F-F137-1E7F-8FAC-C9B01023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0FF15D-73BE-F583-A831-77F0FC7EF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E74D17-6E8C-3999-D92D-68CADD86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A65A04-5EAD-D571-0A71-50313DF8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F294ED-80D7-C27B-C510-B3B7E0CC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999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2C177-E2D6-82D6-F53E-7E9B7C7C4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B21365-FD51-A93C-F6C5-44472829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600517-9F14-7F7B-2535-68F562B0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FCF3F4-A4C0-8326-2E75-B404CF86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4F85FE-F17E-2B65-2CCF-A372BD3C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18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55271-8A8D-AE71-D2B2-BB88F4ED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4B2E1B-00D4-2739-803A-DE0539C00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504F32-D324-135A-6F7D-3DF7AE974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B52141-E962-E1CE-A93C-1F6F9C57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5D489B-A529-F836-9C81-D4A03A9C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010584-CA61-EFB3-9C2E-75940C8D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32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3BDEE-FDA5-71DA-B4D9-798661D5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52A2C3-35E4-973C-488C-999D3063C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64688B-9A9C-C975-0FE0-987D1E35D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F89B1B-DE63-AA92-E808-25333304B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75BDA2-E1F8-42B1-A169-B3141C515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160CFE-2916-753C-1408-69695F37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6F09696-7B7A-542F-A7DB-ED45BFF3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483B7-A313-049A-6F9E-B3EACB72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43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9B530-3911-6A05-21E6-9680AC24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718100-DF46-32E6-4134-311E26813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C4FAB5-D2A3-B764-52A7-5B1E8878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1275C2-222B-7BC1-E94D-126A224C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2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AED62A9-184E-23FC-5085-C53804C3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09391C-4543-75DE-3073-9E2A8B49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C87CA9-B5AE-63C0-5510-656555B3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08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200C2-993B-15A8-952F-D0B2599E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DC4CD3-1E7E-4412-E3F7-5A0173EBF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72C6D3-9A8C-0303-82EE-2D028D906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18CB29-715C-8FB8-D958-8B55E4FA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696FD-C10F-CB6F-7B35-4B10F0EE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C531CA-DB55-4A1E-D594-81D5D73E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53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38A65-4C39-E9D9-7665-868DC430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2EEF8E3-CF29-FE20-F43A-E2D5D2F38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5440D7-FCE2-B015-8506-D83EF9317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F90FFC-3924-CE88-D92D-2FBC6FBD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6269B4-36B9-2F08-2AA2-9F851BFB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4705D6-2E55-21C1-53FE-E9ED662E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08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CF1F3-E41E-BCA1-8A15-D302E90A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93DB50-F6D1-92D3-D07E-81897EE34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C61F7C-75FC-0A1C-1FFD-719661C5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62B0B9-D111-AFB9-5565-158CB8FB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B7010F-3E1D-5630-7F15-CFC235C6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83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66CE20-963D-B1B8-B30E-E6E5FB448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347EDA-FAA0-6753-A41E-CC13271AB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C62D20-02E5-00ED-593B-92C81FFC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9C43A9-14FA-BFDC-2A40-17647F5B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99E0E4-5B91-19E0-1B89-09B640B4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02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2D873-70FB-FBD2-DEC1-D1FB1E978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C857CA-ACD6-518B-A490-450B53FDB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9174A1-D4A4-48A7-DF2F-9DD7EF8F7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A1DEE-C8D0-4931-8035-EA51FE8314F0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09DB8-A37B-8BDA-E38B-BA6D23412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53C77E-7CA6-0B26-D17F-652EFC00C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75EE5-C1DA-48B3-9F21-774A0EBED8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99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c/titanic/dat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svg"/><Relationship Id="rId7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111642">
            <a:off x="7442248" y="879012"/>
            <a:ext cx="5859056" cy="5658577"/>
          </a:xfrm>
          <a:custGeom>
            <a:avLst/>
            <a:gdLst/>
            <a:ahLst/>
            <a:cxnLst/>
            <a:rect l="l" t="t" r="r" b="b"/>
            <a:pathLst>
              <a:path w="10443683" h="8487866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r="-1883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78961" y="6172200"/>
            <a:ext cx="6484879" cy="685800"/>
          </a:xfrm>
          <a:custGeom>
            <a:avLst/>
            <a:gdLst/>
            <a:ahLst/>
            <a:cxnLst/>
            <a:rect l="l" t="t" r="r" b="b"/>
            <a:pathLst>
              <a:path w="9727319" h="3106962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b="-20202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6540" y="976354"/>
            <a:ext cx="5696501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51"/>
              </a:lnSpc>
            </a:pPr>
            <a:r>
              <a:rPr lang="ru-RU" sz="72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Методы машинного обучения</a:t>
            </a:r>
            <a:endParaRPr lang="en-US" sz="72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540" y="4654773"/>
            <a:ext cx="68266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800" dirty="0">
                <a:solidFill>
                  <a:srgbClr val="2BB4D4"/>
                </a:solidFill>
                <a:latin typeface="Bookman Old Style" panose="02050604050505020204" pitchFamily="18" charset="0"/>
              </a:rPr>
              <a:t>Дементьева Кристина Игоревна, </a:t>
            </a:r>
            <a:endParaRPr lang="en-US" sz="28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  <a:p>
            <a:r>
              <a:rPr lang="ru-RU" sz="1600" dirty="0">
                <a:solidFill>
                  <a:srgbClr val="2BB4D4"/>
                </a:solidFill>
                <a:latin typeface="Bookman Old Style" panose="02050604050505020204" pitchFamily="18" charset="0"/>
              </a:rPr>
              <a:t>старший преподаватель кафедры Прикладной математики и кибернетики СибГУТИ</a:t>
            </a:r>
            <a:endParaRPr lang="en-US" sz="16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4142" y="6220147"/>
            <a:ext cx="3234585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33"/>
              </a:lnSpc>
            </a:pPr>
            <a:r>
              <a:rPr lang="en-US" sz="1666" spc="83" dirty="0">
                <a:solidFill>
                  <a:srgbClr val="A9DDE9"/>
                </a:solidFill>
                <a:latin typeface="Bookman Old Style" panose="02050604050505020204" pitchFamily="18" charset="0"/>
              </a:rPr>
              <a:t>kirsten-frost@mail.ru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9979003" y="3011534"/>
            <a:ext cx="3666388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Bookman Old Style" panose="02050604050505020204" pitchFamily="18" charset="0"/>
              </a:rPr>
              <a:t>Методы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836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Обобщенный метрический классификатор</a:t>
            </a:r>
          </a:p>
        </p:txBody>
      </p:sp>
      <p:pic>
        <p:nvPicPr>
          <p:cNvPr id="1026" name="Picture 2" descr="https://lh3.googleusercontent.com/z45AlmTY8n6hJCAfJtTJZhBsO46_L20Gv6YG9ow_OSTBnkAzUpXjlq-wpESbmyV47YbhCiCoLSXLEhfD5k6bYgM-k6hFVF7ZfngmBOezJxsm0H3m2xxVuT0Xhc47ShpkrDiicyM6zmID8wtNVUQ75A=s20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70" y="1926228"/>
            <a:ext cx="8734425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000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Обобщенный метрический классификатор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66057" y="2259448"/>
            <a:ext cx="103974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В случае использования метода для классификации объект присваивается тому классу, который является наиболее распространённым среди k соседей данного элемента, классы которых уже известны.</a:t>
            </a:r>
          </a:p>
        </p:txBody>
      </p:sp>
      <p:pic>
        <p:nvPicPr>
          <p:cNvPr id="5122" name="Picture 2" descr="🤖 Метод k-ближайших соседей (k-nearest neighbour)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110" y="3456201"/>
            <a:ext cx="3407230" cy="307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077469" y="3729685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>
                <a:latin typeface="Bookman Old Style" panose="02050604050505020204" pitchFamily="18" charset="0"/>
              </a:rPr>
              <a:t>У нас есть тестовый образец в виде зеленого круга. Синие квадраты мы обозначим как класс 1, красные треугольники – класс 2.</a:t>
            </a:r>
          </a:p>
          <a:p>
            <a:r>
              <a:rPr lang="ru-RU" sz="1600" dirty="0">
                <a:latin typeface="Bookman Old Style" panose="02050604050505020204" pitchFamily="18" charset="0"/>
              </a:rPr>
              <a:t>Зеленый круг должен быть классифицирован как класс 1 или класс 2. Если рассматриваемая нами область является малым кругом, то объект классифицируется как 2-й класс, потому что внутри данного круга 2 треугольника и только 1 квадрат.</a:t>
            </a:r>
          </a:p>
          <a:p>
            <a:r>
              <a:rPr lang="ru-RU" sz="1600" dirty="0">
                <a:latin typeface="Bookman Old Style" panose="02050604050505020204" pitchFamily="18" charset="0"/>
              </a:rPr>
              <a:t>Если мы рассматриваем большой круг (с пунктиром), то круг будет классифицирован как 1-й класс, так как внутри круга 3 квадрата в противовес 2 треугольникам.</a:t>
            </a:r>
          </a:p>
        </p:txBody>
      </p:sp>
    </p:spTree>
    <p:extLst>
      <p:ext uri="{BB962C8B-B14F-4D97-AF65-F5344CB8AC3E}">
        <p14:creationId xmlns:p14="http://schemas.microsoft.com/office/powerpoint/2010/main" val="104126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Теоретическая составляющая алгоритма </a:t>
            </a:r>
            <a:r>
              <a:rPr lang="en-US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k-NN</a:t>
            </a:r>
            <a:endParaRPr lang="ru-RU" sz="48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6057" y="2259448"/>
            <a:ext cx="1039741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Евклидова метрика </a:t>
            </a:r>
            <a:r>
              <a:rPr lang="ru-RU" dirty="0">
                <a:latin typeface="Bookman Old Style" panose="02050604050505020204" pitchFamily="18" charset="0"/>
              </a:rPr>
              <a:t>(евклидово расстояние, или же </a:t>
            </a:r>
            <a:r>
              <a:rPr lang="ru-RU" dirty="0" err="1">
                <a:latin typeface="Bookman Old Style" panose="02050604050505020204" pitchFamily="18" charset="0"/>
              </a:rPr>
              <a:t>Euclidean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ru-RU" dirty="0" err="1">
                <a:latin typeface="Bookman Old Style" panose="02050604050505020204" pitchFamily="18" charset="0"/>
              </a:rPr>
              <a:t>distance</a:t>
            </a:r>
            <a:r>
              <a:rPr lang="ru-RU" dirty="0">
                <a:latin typeface="Bookman Old Style" panose="02050604050505020204" pitchFamily="18" charset="0"/>
              </a:rPr>
              <a:t>) – метрика в евклидовом пространстве, расстояние между двумя точками евклидова пространства, вычисляемое по теореме Пифагора. Проще говоря, это наименьшее возможное расстояние между точками A и B. Хотя евклидово расстояние полезно для малых измерений, оно не работает для больших измерений и для категориальных переменных. Недостатком евклидова расстояния является то, что оно игнорирует сходство между атрибутами. Каждый из них рассматривается как полностью отличный от всех остальных.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70" y="4650031"/>
            <a:ext cx="4906714" cy="193117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19" y="4942474"/>
            <a:ext cx="27051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6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Теоретическая составляющая алгоритма </a:t>
            </a:r>
            <a:r>
              <a:rPr lang="en-US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k-NN</a:t>
            </a:r>
            <a:endParaRPr lang="ru-RU" sz="48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6057" y="2259448"/>
            <a:ext cx="103974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Другой важной составляющей метода является </a:t>
            </a:r>
            <a:r>
              <a:rPr lang="ru-RU" b="1" dirty="0">
                <a:latin typeface="Bookman Old Style" panose="02050604050505020204" pitchFamily="18" charset="0"/>
              </a:rPr>
              <a:t>нормализация</a:t>
            </a:r>
            <a:r>
              <a:rPr lang="ru-RU" dirty="0">
                <a:latin typeface="Bookman Old Style" panose="02050604050505020204" pitchFamily="18" charset="0"/>
              </a:rPr>
              <a:t>. Разные атрибуты обычно обладают разным диапазоном представленных значений в выборке. </a:t>
            </a:r>
            <a:endParaRPr lang="en-US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К примеру, атрибут А представлен в диапазоне от 0.01 до 0.05, а атрибут Б представлен в диапазоне от 500 до 1000). В таком случае значения дистанции могут сильно зависеть от атрибутов с </a:t>
            </a:r>
            <a:r>
              <a:rPr lang="ru-RU" dirty="0" err="1">
                <a:latin typeface="Bookman Old Style" panose="02050604050505020204" pitchFamily="18" charset="0"/>
              </a:rPr>
              <a:t>бо́льшими</a:t>
            </a:r>
            <a:r>
              <a:rPr lang="ru-RU" dirty="0">
                <a:latin typeface="Bookman Old Style" panose="02050604050505020204" pitchFamily="18" charset="0"/>
              </a:rPr>
              <a:t> диапазонами. Поэтому данные в большинстве случаев проходят через нормализацию.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046" y="4346994"/>
            <a:ext cx="8964071" cy="155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0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Критерий скользящего контроля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35670" y="1704323"/>
            <a:ext cx="96653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Как правило, значения параметров классификатора (например, количество соседей k) по критерию скользящего контроля с исключением объектов по одному (</a:t>
            </a:r>
            <a:r>
              <a:rPr lang="en-US" sz="2000" b="1" dirty="0">
                <a:latin typeface="Bookman Old Style" panose="02050604050505020204" pitchFamily="18" charset="0"/>
              </a:rPr>
              <a:t>L</a:t>
            </a:r>
            <a:r>
              <a:rPr lang="ru-RU" sz="2000" dirty="0" err="1">
                <a:latin typeface="Bookman Old Style" panose="02050604050505020204" pitchFamily="18" charset="0"/>
              </a:rPr>
              <a:t>eave-</a:t>
            </a:r>
            <a:r>
              <a:rPr lang="ru-RU" sz="2000" b="1" dirty="0" err="1">
                <a:latin typeface="Bookman Old Style" panose="02050604050505020204" pitchFamily="18" charset="0"/>
              </a:rPr>
              <a:t>o</a:t>
            </a:r>
            <a:r>
              <a:rPr lang="ru-RU" sz="2000" dirty="0" err="1">
                <a:latin typeface="Bookman Old Style" panose="02050604050505020204" pitchFamily="18" charset="0"/>
              </a:rPr>
              <a:t>ne-</a:t>
            </a:r>
            <a:r>
              <a:rPr lang="ru-RU" sz="2000" b="1" dirty="0" err="1">
                <a:latin typeface="Bookman Old Style" panose="02050604050505020204" pitchFamily="18" charset="0"/>
              </a:rPr>
              <a:t>o</a:t>
            </a:r>
            <a:r>
              <a:rPr lang="ru-RU" sz="2000" dirty="0" err="1">
                <a:latin typeface="Bookman Old Style" panose="02050604050505020204" pitchFamily="18" charset="0"/>
              </a:rPr>
              <a:t>ut</a:t>
            </a:r>
            <a:r>
              <a:rPr lang="ru-RU" sz="2000" dirty="0">
                <a:latin typeface="Bookman Old Style" panose="02050604050505020204" pitchFamily="18" charset="0"/>
              </a:rPr>
              <a:t>). Для каждого объекта </a:t>
            </a:r>
            <a:r>
              <a:rPr lang="ru-RU" sz="2000" dirty="0" err="1">
                <a:latin typeface="Bookman Old Style" panose="02050604050505020204" pitchFamily="18" charset="0"/>
              </a:rPr>
              <a:t>x</a:t>
            </a:r>
            <a:r>
              <a:rPr lang="ru-RU" sz="2000" baseline="-25000" dirty="0" err="1">
                <a:latin typeface="Bookman Old Style" panose="02050604050505020204" pitchFamily="18" charset="0"/>
              </a:rPr>
              <a:t>i</a:t>
            </a:r>
            <a:r>
              <a:rPr lang="ru-RU" sz="2000" dirty="0">
                <a:latin typeface="Bookman Old Style" panose="02050604050505020204" pitchFamily="18" charset="0"/>
              </a:rPr>
              <a:t> ∈ X</a:t>
            </a:r>
            <a:r>
              <a:rPr lang="ru-RU" sz="2000" baseline="-25000" dirty="0">
                <a:latin typeface="Bookman Old Style" panose="02050604050505020204" pitchFamily="18" charset="0"/>
              </a:rPr>
              <a:t>ℓ</a:t>
            </a:r>
            <a:r>
              <a:rPr lang="ru-RU" sz="2000" dirty="0">
                <a:latin typeface="Bookman Old Style" panose="02050604050505020204" pitchFamily="18" charset="0"/>
              </a:rPr>
              <a:t> проверяется, правильно ли он классифицируется по своим k ближайшим соседям.</a:t>
            </a:r>
          </a:p>
        </p:txBody>
      </p:sp>
    </p:spTree>
    <p:extLst>
      <p:ext uri="{BB962C8B-B14F-4D97-AF65-F5344CB8AC3E}">
        <p14:creationId xmlns:p14="http://schemas.microsoft.com/office/powerpoint/2010/main" val="138429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 k взвешенных ближайших</a:t>
            </a:r>
          </a:p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соседей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8265" y="2062137"/>
            <a:ext cx="966532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Проблема метода ближайших соседей – близкие и далекие учитываются с одним весом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endParaRPr lang="ru-RU" sz="20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10" y="2888948"/>
            <a:ext cx="9410700" cy="10382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084" y="4257357"/>
            <a:ext cx="10363200" cy="11525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78265" y="3904265"/>
            <a:ext cx="96653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Возможные эвристики:</a:t>
            </a:r>
          </a:p>
        </p:txBody>
      </p:sp>
    </p:spTree>
    <p:extLst>
      <p:ext uri="{BB962C8B-B14F-4D97-AF65-F5344CB8AC3E}">
        <p14:creationId xmlns:p14="http://schemas.microsoft.com/office/powerpoint/2010/main" val="274756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 окна </a:t>
            </a:r>
            <a:r>
              <a:rPr lang="ru-RU" sz="4800" dirty="0" err="1">
                <a:solidFill>
                  <a:srgbClr val="004AAD"/>
                </a:solidFill>
                <a:latin typeface="Bookman Old Style" panose="02050604050505020204" pitchFamily="18" charset="0"/>
              </a:rPr>
              <a:t>Парзена</a:t>
            </a:r>
            <a:endParaRPr lang="ru-RU" sz="48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14167" y="3793400"/>
            <a:ext cx="96653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При </a:t>
            </a:r>
            <a:r>
              <a:rPr lang="ru-RU" sz="2000" b="1" dirty="0">
                <a:latin typeface="Bookman Old Style" panose="02050604050505020204" pitchFamily="18" charset="0"/>
              </a:rPr>
              <a:t>фиксированной</a:t>
            </a:r>
            <a:r>
              <a:rPr lang="ru-RU" sz="2000" dirty="0">
                <a:latin typeface="Bookman Old Style" panose="02050604050505020204" pitchFamily="18" charset="0"/>
              </a:rPr>
              <a:t> ширине окна качество классификатора сильно зависит от плотности точек.</a:t>
            </a:r>
          </a:p>
          <a:p>
            <a:r>
              <a:rPr lang="ru-RU" sz="2000" dirty="0">
                <a:latin typeface="Bookman Old Style" panose="02050604050505020204" pitchFamily="18" charset="0"/>
              </a:rPr>
              <a:t>Выход: положить ширину h равной расстоянию до k-того соседа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167" y="1920012"/>
            <a:ext cx="10953750" cy="1524000"/>
          </a:xfrm>
          <a:prstGeom prst="rect">
            <a:avLst/>
          </a:prstGeom>
        </p:spPr>
      </p:pic>
      <p:cxnSp>
        <p:nvCxnSpPr>
          <p:cNvPr id="7" name="Прямая соединительная линия 6"/>
          <p:cNvCxnSpPr/>
          <p:nvPr/>
        </p:nvCxnSpPr>
        <p:spPr>
          <a:xfrm flipV="1">
            <a:off x="5126182" y="448900"/>
            <a:ext cx="83127" cy="17455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956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514167" y="485715"/>
            <a:ext cx="1155632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Функция ядра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4166" y="1521255"/>
            <a:ext cx="109712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При использовании линейной функции в качестве w(</a:t>
            </a:r>
            <a:r>
              <a:rPr lang="ru-RU" sz="2000" dirty="0" err="1">
                <a:latin typeface="Bookman Old Style" panose="02050604050505020204" pitchFamily="18" charset="0"/>
              </a:rPr>
              <a:t>i,u</a:t>
            </a:r>
            <a:r>
              <a:rPr lang="ru-RU" sz="2000" dirty="0">
                <a:latin typeface="Bookman Old Style" panose="02050604050505020204" pitchFamily="18" charset="0"/>
              </a:rPr>
              <a:t>) возможно совпадение суммарного веса для нескольких классов. Это приводит к неоднозначности ответа при классификации. Чтобы такого не происходило, используют функцию Ядра.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14166" y="4167729"/>
            <a:ext cx="4589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latin typeface="Bookman Old Style" panose="02050604050505020204" pitchFamily="18" charset="0"/>
              </a:rPr>
              <a:t>Часто используемые ядра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361" y="4779813"/>
            <a:ext cx="6677510" cy="166483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791" y="2921854"/>
            <a:ext cx="5209702" cy="230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6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635670" y="448900"/>
            <a:ext cx="1155632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 окна </a:t>
            </a:r>
            <a:r>
              <a:rPr lang="ru-RU" sz="4800" dirty="0" err="1">
                <a:solidFill>
                  <a:srgbClr val="004AAD"/>
                </a:solidFill>
                <a:latin typeface="Bookman Old Style" panose="02050604050505020204" pitchFamily="18" charset="0"/>
              </a:rPr>
              <a:t>Парзена</a:t>
            </a:r>
            <a:endParaRPr lang="ru-RU" sz="48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35670" y="1955270"/>
            <a:ext cx="966532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При </a:t>
            </a:r>
            <a:r>
              <a:rPr lang="ru-RU" sz="2000" b="1" dirty="0">
                <a:latin typeface="Bookman Old Style" panose="02050604050505020204" pitchFamily="18" charset="0"/>
              </a:rPr>
              <a:t>фиксированной</a:t>
            </a:r>
            <a:r>
              <a:rPr lang="ru-RU" sz="2000" dirty="0">
                <a:latin typeface="Bookman Old Style" panose="02050604050505020204" pitchFamily="18" charset="0"/>
              </a:rPr>
              <a:t> ширине окна: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величина </a:t>
            </a:r>
            <a:r>
              <a:rPr lang="en-US" sz="2000" dirty="0">
                <a:latin typeface="Bookman Old Style" panose="02050604050505020204" pitchFamily="18" charset="0"/>
              </a:rPr>
              <a:t>h</a:t>
            </a:r>
            <a:r>
              <a:rPr lang="ru-RU" sz="2000" dirty="0">
                <a:latin typeface="Bookman Old Style" panose="02050604050505020204" pitchFamily="18" charset="0"/>
              </a:rPr>
              <a:t> фиксируется с заданным числовым значением; все объекты, которые попали в окно радиусом </a:t>
            </a:r>
            <a:r>
              <a:rPr lang="en-US" sz="2000" dirty="0">
                <a:latin typeface="Bookman Old Style" panose="02050604050505020204" pitchFamily="18" charset="0"/>
              </a:rPr>
              <a:t>h</a:t>
            </a:r>
            <a:r>
              <a:rPr lang="ru-RU" sz="2000" dirty="0">
                <a:latin typeface="Bookman Old Style" panose="02050604050505020204" pitchFamily="18" charset="0"/>
              </a:rPr>
              <a:t> участвуют в голосовании </a:t>
            </a:r>
          </a:p>
          <a:p>
            <a:endParaRPr lang="ru-RU" sz="2000">
              <a:latin typeface="Bookman Old Style" panose="02050604050505020204" pitchFamily="18" charset="0"/>
            </a:endParaRP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При </a:t>
            </a:r>
            <a:r>
              <a:rPr lang="ru-RU" sz="2000" b="1" dirty="0">
                <a:latin typeface="Bookman Old Style" panose="02050604050505020204" pitchFamily="18" charset="0"/>
              </a:rPr>
              <a:t>относительной </a:t>
            </a:r>
            <a:r>
              <a:rPr lang="ru-RU" sz="2000" dirty="0">
                <a:latin typeface="Bookman Old Style" panose="02050604050505020204" pitchFamily="18" charset="0"/>
              </a:rPr>
              <a:t>ширине окна: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величина </a:t>
            </a:r>
            <a:r>
              <a:rPr lang="en-US" sz="2000" dirty="0">
                <a:latin typeface="Bookman Old Style" panose="02050604050505020204" pitchFamily="18" charset="0"/>
              </a:rPr>
              <a:t>h, </a:t>
            </a:r>
            <a:r>
              <a:rPr lang="ru-RU" sz="2000" dirty="0">
                <a:latin typeface="Bookman Old Style" panose="02050604050505020204" pitchFamily="18" charset="0"/>
              </a:rPr>
              <a:t>подаваемая в функция нахождения веса, берется от самого дальнего </a:t>
            </a:r>
            <a:r>
              <a:rPr lang="en-US" sz="2000" dirty="0">
                <a:latin typeface="Bookman Old Style" panose="02050604050505020204" pitchFamily="18" charset="0"/>
              </a:rPr>
              <a:t>k-</a:t>
            </a:r>
            <a:r>
              <a:rPr lang="ru-RU" sz="2000" dirty="0" err="1">
                <a:latin typeface="Bookman Old Style" panose="02050604050505020204" pitchFamily="18" charset="0"/>
              </a:rPr>
              <a:t>го</a:t>
            </a:r>
            <a:r>
              <a:rPr lang="ru-RU" sz="2000" dirty="0">
                <a:latin typeface="Bookman Old Style" panose="02050604050505020204" pitchFamily="18" charset="0"/>
              </a:rPr>
              <a:t> соседа</a:t>
            </a:r>
          </a:p>
        </p:txBody>
      </p:sp>
    </p:spTree>
    <p:extLst>
      <p:ext uri="{BB962C8B-B14F-4D97-AF65-F5344CB8AC3E}">
        <p14:creationId xmlns:p14="http://schemas.microsoft.com/office/powerpoint/2010/main" val="2730596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5670" y="448900"/>
            <a:ext cx="1155632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6000" dirty="0">
                <a:solidFill>
                  <a:srgbClr val="004AAD"/>
                </a:solidFill>
                <a:latin typeface="Bookman Old Style" panose="02050604050505020204" pitchFamily="18" charset="0"/>
              </a:rPr>
              <a:t>Пример реализации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7406" y="1942478"/>
            <a:ext cx="1122046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Для демонстрации будет использованы данные на </a:t>
            </a:r>
            <a:r>
              <a:rPr lang="ru-RU" sz="2000" dirty="0" err="1">
                <a:latin typeface="Bookman Old Style" panose="02050604050505020204" pitchFamily="18" charset="0"/>
              </a:rPr>
              <a:t>Kaggle</a:t>
            </a:r>
            <a:r>
              <a:rPr lang="ru-RU" sz="2000" dirty="0">
                <a:latin typeface="Bookman Old Style" panose="02050604050505020204" pitchFamily="18" charset="0"/>
              </a:rPr>
              <a:t>: </a:t>
            </a:r>
            <a:r>
              <a:rPr lang="ru-RU" sz="2000" dirty="0" err="1">
                <a:latin typeface="Bookman Old Style" panose="02050604050505020204" pitchFamily="18" charset="0"/>
              </a:rPr>
              <a:t>Titanic</a:t>
            </a:r>
            <a:r>
              <a:rPr lang="ru-RU" sz="2000" dirty="0">
                <a:latin typeface="Bookman Old Style" panose="02050604050505020204" pitchFamily="18" charset="0"/>
              </a:rPr>
              <a:t>. </a:t>
            </a:r>
          </a:p>
          <a:p>
            <a:r>
              <a:rPr lang="ru-RU" sz="2000" dirty="0">
                <a:latin typeface="Bookman Old Style" panose="02050604050505020204" pitchFamily="18" charset="0"/>
              </a:rPr>
              <a:t>Данные вы можете найти здесь: </a:t>
            </a:r>
            <a:r>
              <a:rPr lang="en-US" sz="2000" dirty="0">
                <a:latin typeface="Bookman Old Style" panose="02050604050505020204" pitchFamily="18" charset="0"/>
                <a:hlinkClick r:id="rId4"/>
              </a:rPr>
              <a:t>https://www.kaggle.com/c/titanic/data</a:t>
            </a:r>
            <a:endParaRPr lang="ru-RU" sz="2000" dirty="0">
              <a:latin typeface="Bookman Old Style" panose="02050604050505020204" pitchFamily="18" charset="0"/>
            </a:endParaRP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b="1" dirty="0">
                <a:latin typeface="Bookman Old Style" panose="02050604050505020204" pitchFamily="18" charset="0"/>
              </a:rPr>
              <a:t>Train.csv</a:t>
            </a:r>
            <a:r>
              <a:rPr lang="ru-RU" sz="2000" dirty="0">
                <a:latin typeface="Bookman Old Style" panose="02050604050505020204" pitchFamily="18" charset="0"/>
              </a:rPr>
              <a:t> будет содержать подробную информацию о группе пассажиров на борту и, что немаловажно, покажет, выжили они или нет, что также известно как «основная правда».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Набор </a:t>
            </a:r>
            <a:r>
              <a:rPr lang="ru-RU" sz="2000" b="1" dirty="0">
                <a:latin typeface="Bookman Old Style" panose="02050604050505020204" pitchFamily="18" charset="0"/>
              </a:rPr>
              <a:t>test.csv</a:t>
            </a:r>
            <a:r>
              <a:rPr lang="ru-RU" sz="2000" dirty="0">
                <a:latin typeface="Bookman Old Style" panose="02050604050505020204" pitchFamily="18" charset="0"/>
              </a:rPr>
              <a:t> данных содержит аналогичную информацию. 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Задача – дать ответ, выжили ли пассажиры из набора </a:t>
            </a:r>
            <a:r>
              <a:rPr lang="ru-RU" sz="2000" b="1" dirty="0">
                <a:latin typeface="Bookman Old Style" panose="02050604050505020204" pitchFamily="18" charset="0"/>
              </a:rPr>
              <a:t>test.csv</a:t>
            </a:r>
            <a:r>
              <a:rPr lang="ru-RU" sz="2000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188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5670" y="448900"/>
            <a:ext cx="1155632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6000" dirty="0">
                <a:solidFill>
                  <a:srgbClr val="004AAD"/>
                </a:solidFill>
                <a:latin typeface="Bookman Old Style" panose="02050604050505020204" pitchFamily="18" charset="0"/>
              </a:rPr>
              <a:t>Пример реализации 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7406" y="1942478"/>
            <a:ext cx="112204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Набор данных состоит из 15 столбцов, таких как: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b="1" dirty="0" err="1">
                <a:latin typeface="Bookman Old Style" panose="02050604050505020204" pitchFamily="18" charset="0"/>
              </a:rPr>
              <a:t>sex</a:t>
            </a:r>
            <a:r>
              <a:rPr lang="ru-RU" sz="2000" dirty="0">
                <a:latin typeface="Bookman Old Style" panose="02050604050505020204" pitchFamily="18" charset="0"/>
              </a:rPr>
              <a:t> (пол)</a:t>
            </a:r>
          </a:p>
          <a:p>
            <a:r>
              <a:rPr lang="ru-RU" sz="2000" b="1" dirty="0" err="1">
                <a:latin typeface="Bookman Old Style" panose="02050604050505020204" pitchFamily="18" charset="0"/>
              </a:rPr>
              <a:t>fare</a:t>
            </a:r>
            <a:r>
              <a:rPr lang="ru-RU" sz="2000" dirty="0">
                <a:latin typeface="Bookman Old Style" panose="02050604050505020204" pitchFamily="18" charset="0"/>
              </a:rPr>
              <a:t> (плата за проезд)</a:t>
            </a:r>
          </a:p>
          <a:p>
            <a:r>
              <a:rPr lang="ru-RU" sz="2000" b="1" dirty="0" err="1">
                <a:latin typeface="Bookman Old Style" panose="02050604050505020204" pitchFamily="18" charset="0"/>
              </a:rPr>
              <a:t>p_class</a:t>
            </a:r>
            <a:r>
              <a:rPr lang="ru-RU" sz="2000" dirty="0">
                <a:latin typeface="Bookman Old Style" panose="02050604050505020204" pitchFamily="18" charset="0"/>
              </a:rPr>
              <a:t> (класс каюты)</a:t>
            </a:r>
          </a:p>
          <a:p>
            <a:r>
              <a:rPr lang="ru-RU" sz="2000" b="1" dirty="0" err="1">
                <a:latin typeface="Bookman Old Style" panose="02050604050505020204" pitchFamily="18" charset="0"/>
              </a:rPr>
              <a:t>family_size</a:t>
            </a:r>
            <a:r>
              <a:rPr lang="ru-RU" sz="2000" dirty="0">
                <a:latin typeface="Bookman Old Style" panose="02050604050505020204" pitchFamily="18" charset="0"/>
              </a:rPr>
              <a:t> (размер семьи), и т. д. 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Главным признаком, который мы и должны предсказать в соревновании, является </a:t>
            </a:r>
            <a:r>
              <a:rPr lang="ru-RU" sz="2000" b="1" dirty="0" err="1">
                <a:latin typeface="Bookman Old Style" panose="02050604050505020204" pitchFamily="18" charset="0"/>
              </a:rPr>
              <a:t>survived</a:t>
            </a:r>
            <a:r>
              <a:rPr lang="ru-RU" sz="2000" b="1" dirty="0">
                <a:latin typeface="Bookman Old Style" panose="02050604050505020204" pitchFamily="18" charset="0"/>
              </a:rPr>
              <a:t> </a:t>
            </a:r>
            <a:r>
              <a:rPr lang="ru-RU" sz="2000" dirty="0">
                <a:latin typeface="Bookman Old Style" panose="02050604050505020204" pitchFamily="18" charset="0"/>
              </a:rPr>
              <a:t>(выжил пассажир или нет).</a:t>
            </a:r>
          </a:p>
        </p:txBody>
      </p:sp>
    </p:spTree>
    <p:extLst>
      <p:ext uri="{BB962C8B-B14F-4D97-AF65-F5344CB8AC3E}">
        <p14:creationId xmlns:p14="http://schemas.microsoft.com/office/powerpoint/2010/main" val="252977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5670" y="448900"/>
            <a:ext cx="1155632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6000" dirty="0">
                <a:solidFill>
                  <a:srgbClr val="004AAD"/>
                </a:solidFill>
                <a:latin typeface="Bookman Old Style" panose="02050604050505020204" pitchFamily="18" charset="0"/>
              </a:rPr>
              <a:t>Пример реализации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70" y="1836187"/>
            <a:ext cx="4914900" cy="6477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2905" t="13444" r="3645"/>
          <a:stretch/>
        </p:blipFill>
        <p:spPr>
          <a:xfrm>
            <a:off x="550507" y="4189445"/>
            <a:ext cx="10683551" cy="240259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57" y="2568058"/>
            <a:ext cx="5305425" cy="8096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70" y="3483641"/>
            <a:ext cx="47910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8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9" name="Прямоугольник 8"/>
          <p:cNvSpPr/>
          <p:nvPr/>
        </p:nvSpPr>
        <p:spPr>
          <a:xfrm>
            <a:off x="635670" y="2046524"/>
            <a:ext cx="9450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Помимо примеров данных, нам нужно понимать размерности, т.е. сколько всего строк/столбцов присутствует в загруженных файлах.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Свойство </a:t>
            </a:r>
            <a:r>
              <a:rPr lang="ru-RU" b="1" dirty="0">
                <a:latin typeface="Bookman Old Style" panose="02050604050505020204" pitchFamily="18" charset="0"/>
              </a:rPr>
              <a:t>.</a:t>
            </a:r>
            <a:r>
              <a:rPr lang="ru-RU" b="1" dirty="0" err="1">
                <a:latin typeface="Bookman Old Style" panose="02050604050505020204" pitchFamily="18" charset="0"/>
              </a:rPr>
              <a:t>shape</a:t>
            </a:r>
            <a:r>
              <a:rPr lang="en-US" b="1" dirty="0">
                <a:latin typeface="Bookman Old Style" panose="02050604050505020204" pitchFamily="18" charset="0"/>
              </a:rPr>
              <a:t> </a:t>
            </a:r>
            <a:r>
              <a:rPr lang="ru-RU" dirty="0">
                <a:latin typeface="Bookman Old Style" panose="02050604050505020204" pitchFamily="18" charset="0"/>
              </a:rPr>
              <a:t>возвращает данную информацию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15" y="3429521"/>
            <a:ext cx="4200525" cy="100012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002" y="3429521"/>
            <a:ext cx="3790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9" name="Прямоугольник 8"/>
          <p:cNvSpPr/>
          <p:nvPr/>
        </p:nvSpPr>
        <p:spPr>
          <a:xfrm>
            <a:off x="691654" y="403532"/>
            <a:ext cx="94507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Описание обучающего набора</a:t>
            </a:r>
            <a:endParaRPr lang="en-US" b="1" dirty="0">
              <a:latin typeface="Bookman Old Style" panose="02050604050505020204" pitchFamily="18" charset="0"/>
            </a:endParaRP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b="1" dirty="0">
                <a:latin typeface="Bookman Old Style" panose="02050604050505020204" pitchFamily="18" charset="0"/>
              </a:rPr>
              <a:t>.</a:t>
            </a:r>
            <a:r>
              <a:rPr lang="ru-RU" b="1" dirty="0" err="1">
                <a:latin typeface="Bookman Old Style" panose="02050604050505020204" pitchFamily="18" charset="0"/>
              </a:rPr>
              <a:t>describe</a:t>
            </a:r>
            <a:r>
              <a:rPr lang="ru-RU" b="1" dirty="0">
                <a:latin typeface="Bookman Old Style" panose="02050604050505020204" pitchFamily="18" charset="0"/>
              </a:rPr>
              <a:t>() </a:t>
            </a:r>
            <a:r>
              <a:rPr lang="ru-RU" dirty="0">
                <a:latin typeface="Bookman Old Style" panose="02050604050505020204" pitchFamily="18" charset="0"/>
              </a:rPr>
              <a:t>отобразит различные величины, такие как количество, среднее, среднеквадратичное отклонение и т.д. для численных типов данных.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Это может быть полезным для понимания распределения значений по набору данных и статистики, особенно когда нет возможности просмотреть все записи в виду огромного их количества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406" y="2864203"/>
            <a:ext cx="8692526" cy="373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1654" y="403532"/>
            <a:ext cx="9450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Описание обучающего набора</a:t>
            </a:r>
            <a:endParaRPr lang="en-US" b="1" dirty="0">
              <a:latin typeface="Bookman Old Style" panose="02050604050505020204" pitchFamily="18" charset="0"/>
            </a:endParaRP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Используем метод </a:t>
            </a:r>
            <a:r>
              <a:rPr lang="ru-RU" b="1" dirty="0">
                <a:latin typeface="Bookman Old Style" panose="02050604050505020204" pitchFamily="18" charset="0"/>
              </a:rPr>
              <a:t>.</a:t>
            </a:r>
            <a:r>
              <a:rPr lang="ru-RU" b="1" dirty="0" err="1">
                <a:latin typeface="Bookman Old Style" panose="02050604050505020204" pitchFamily="18" charset="0"/>
              </a:rPr>
              <a:t>info</a:t>
            </a:r>
            <a:r>
              <a:rPr lang="ru-RU" b="1" dirty="0">
                <a:latin typeface="Bookman Old Style" panose="02050604050505020204" pitchFamily="18" charset="0"/>
              </a:rPr>
              <a:t>()</a:t>
            </a:r>
            <a:r>
              <a:rPr lang="ru-RU" dirty="0">
                <a:latin typeface="Bookman Old Style" panose="02050604050505020204" pitchFamily="18" charset="0"/>
              </a:rPr>
              <a:t>, чтобы увидеть больше информацию о типах данных/структуре в тренировочной выборке.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68" y="1798766"/>
            <a:ext cx="6591300" cy="47720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813741" y="2753617"/>
            <a:ext cx="41645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  <a:latin typeface="Bookman Old Style" panose="02050604050505020204" pitchFamily="18" charset="0"/>
              </a:rPr>
              <a:t>*</a:t>
            </a:r>
            <a:r>
              <a:rPr lang="ru-RU" dirty="0">
                <a:latin typeface="Bookman Old Style" panose="02050604050505020204" pitchFamily="18" charset="0"/>
              </a:rPr>
              <a:t>Можно увидеть, что значение </a:t>
            </a:r>
            <a:r>
              <a:rPr lang="ru-RU" dirty="0" err="1">
                <a:latin typeface="Bookman Old Style" panose="02050604050505020204" pitchFamily="18" charset="0"/>
              </a:rPr>
              <a:t>Age</a:t>
            </a:r>
            <a:r>
              <a:rPr lang="ru-RU" dirty="0">
                <a:latin typeface="Bookman Old Style" panose="02050604050505020204" pitchFamily="18" charset="0"/>
              </a:rPr>
              <a:t> не задано для большого количества записей.</a:t>
            </a:r>
          </a:p>
          <a:p>
            <a:r>
              <a:rPr lang="ru-RU" dirty="0">
                <a:latin typeface="Bookman Old Style" panose="02050604050505020204" pitchFamily="18" charset="0"/>
              </a:rPr>
              <a:t>**Из 891 строк, возраст </a:t>
            </a:r>
            <a:r>
              <a:rPr lang="ru-RU" dirty="0" err="1">
                <a:latin typeface="Bookman Old Style" panose="02050604050505020204" pitchFamily="18" charset="0"/>
              </a:rPr>
              <a:t>Age</a:t>
            </a:r>
            <a:r>
              <a:rPr lang="ru-RU" dirty="0">
                <a:latin typeface="Bookman Old Style" panose="02050604050505020204" pitchFamily="18" charset="0"/>
              </a:rPr>
              <a:t> задан лишь для 714 записей.</a:t>
            </a:r>
          </a:p>
          <a:p>
            <a:r>
              <a:rPr lang="ru-RU" dirty="0">
                <a:latin typeface="Bookman Old Style" panose="02050604050505020204" pitchFamily="18" charset="0"/>
              </a:rPr>
              <a:t>***Аналогично, Каюты </a:t>
            </a:r>
            <a:r>
              <a:rPr lang="ru-RU" dirty="0" err="1">
                <a:latin typeface="Bookman Old Style" panose="02050604050505020204" pitchFamily="18" charset="0"/>
              </a:rPr>
              <a:t>Cabin</a:t>
            </a:r>
            <a:r>
              <a:rPr lang="ru-RU" dirty="0">
                <a:latin typeface="Bookman Old Style" panose="02050604050505020204" pitchFamily="18" charset="0"/>
              </a:rPr>
              <a:t> также пропущены для большого количества записей. Только 204 из 891 записей содержат </a:t>
            </a:r>
            <a:r>
              <a:rPr lang="ru-RU" dirty="0" err="1">
                <a:latin typeface="Bookman Old Style" panose="02050604050505020204" pitchFamily="18" charset="0"/>
              </a:rPr>
              <a:t>Cabin</a:t>
            </a:r>
            <a:r>
              <a:rPr lang="ru-RU" dirty="0">
                <a:latin typeface="Bookman Old Style" panose="02050604050505020204" pitchFamily="18" charset="0"/>
              </a:rPr>
              <a:t>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313730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1654" y="403532"/>
            <a:ext cx="94507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Описание обучающего набора</a:t>
            </a:r>
            <a:endParaRPr lang="en-US" b="1" dirty="0">
              <a:latin typeface="Bookman Old Style" panose="02050604050505020204" pitchFamily="18" charset="0"/>
            </a:endParaRP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Используем метод </a:t>
            </a:r>
            <a:r>
              <a:rPr lang="ru-RU" b="1" dirty="0">
                <a:latin typeface="Bookman Old Style" panose="02050604050505020204" pitchFamily="18" charset="0"/>
              </a:rPr>
              <a:t>.</a:t>
            </a:r>
            <a:r>
              <a:rPr lang="ru-RU" b="1" dirty="0" err="1">
                <a:latin typeface="Bookman Old Style" panose="02050604050505020204" pitchFamily="18" charset="0"/>
              </a:rPr>
              <a:t>info</a:t>
            </a:r>
            <a:r>
              <a:rPr lang="ru-RU" b="1" dirty="0">
                <a:latin typeface="Bookman Old Style" panose="02050604050505020204" pitchFamily="18" charset="0"/>
              </a:rPr>
              <a:t>()</a:t>
            </a:r>
            <a:r>
              <a:rPr lang="ru-RU" dirty="0">
                <a:latin typeface="Bookman Old Style" panose="02050604050505020204" pitchFamily="18" charset="0"/>
              </a:rPr>
              <a:t>, чтобы увидеть больше информацию о типах данных/структуре в тренировочной выборке.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18" y="2148839"/>
            <a:ext cx="6477000" cy="34671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720390" y="3187637"/>
            <a:ext cx="41645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*Всего 177 записей с пропущенным возрастом (</a:t>
            </a:r>
            <a:r>
              <a:rPr lang="ru-RU" dirty="0" err="1">
                <a:latin typeface="Bookman Old Style" panose="02050604050505020204" pitchFamily="18" charset="0"/>
              </a:rPr>
              <a:t>Age</a:t>
            </a:r>
            <a:r>
              <a:rPr lang="ru-RU" dirty="0">
                <a:latin typeface="Bookman Old Style" panose="02050604050505020204" pitchFamily="18" charset="0"/>
              </a:rPr>
              <a:t>),</a:t>
            </a:r>
          </a:p>
          <a:p>
            <a:r>
              <a:rPr lang="ru-RU" dirty="0">
                <a:latin typeface="Bookman Old Style" panose="02050604050505020204" pitchFamily="18" charset="0"/>
              </a:rPr>
              <a:t>**687 записей с пропущенным значение каюты </a:t>
            </a:r>
            <a:r>
              <a:rPr lang="ru-RU" dirty="0" err="1">
                <a:latin typeface="Bookman Old Style" panose="02050604050505020204" pitchFamily="18" charset="0"/>
              </a:rPr>
              <a:t>Cabin</a:t>
            </a:r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*** Для 2 записей не заданы порты отправления </a:t>
            </a:r>
            <a:r>
              <a:rPr lang="ru-RU" dirty="0" err="1">
                <a:latin typeface="Bookman Old Style" panose="02050604050505020204" pitchFamily="18" charset="0"/>
              </a:rPr>
              <a:t>Embarked</a:t>
            </a:r>
            <a:r>
              <a:rPr lang="ru-RU" dirty="0">
                <a:latin typeface="Bookman Old Style" panose="0205060405050502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672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1654" y="403532"/>
            <a:ext cx="110742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Зависимости между Признаками (</a:t>
            </a:r>
            <a:r>
              <a:rPr lang="ru-RU" b="1" dirty="0" err="1">
                <a:latin typeface="Bookman Old Style" panose="02050604050505020204" pitchFamily="18" charset="0"/>
              </a:rPr>
              <a:t>Features</a:t>
            </a:r>
            <a:r>
              <a:rPr lang="ru-RU" b="1" dirty="0">
                <a:latin typeface="Bookman Old Style" panose="02050604050505020204" pitchFamily="18" charset="0"/>
              </a:rPr>
              <a:t>) и Ответом (</a:t>
            </a:r>
            <a:r>
              <a:rPr lang="ru-RU" b="1" dirty="0" err="1">
                <a:latin typeface="Bookman Old Style" panose="02050604050505020204" pitchFamily="18" charset="0"/>
              </a:rPr>
              <a:t>Survival</a:t>
            </a:r>
            <a:r>
              <a:rPr lang="ru-RU" b="1" dirty="0">
                <a:latin typeface="Bookman Old Style" panose="02050604050505020204" pitchFamily="18" charset="0"/>
              </a:rPr>
              <a:t>)</a:t>
            </a: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(Анализ зависимости между разными признаками по отношению к Спасению(</a:t>
            </a:r>
            <a:r>
              <a:rPr lang="ru-RU" dirty="0" err="1">
                <a:latin typeface="Bookman Old Style" panose="02050604050505020204" pitchFamily="18" charset="0"/>
              </a:rPr>
              <a:t>Survival</a:t>
            </a:r>
            <a:r>
              <a:rPr lang="ru-RU" dirty="0">
                <a:latin typeface="Bookman Old Style" panose="02050604050505020204" pitchFamily="18" charset="0"/>
              </a:rPr>
              <a:t>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4" y="1840735"/>
            <a:ext cx="9944100" cy="16668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62" y="3799405"/>
            <a:ext cx="43243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1654" y="403532"/>
            <a:ext cx="110742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Зависимости между Признаками (</a:t>
            </a:r>
            <a:r>
              <a:rPr lang="ru-RU" b="1" dirty="0" err="1">
                <a:latin typeface="Bookman Old Style" panose="02050604050505020204" pitchFamily="18" charset="0"/>
              </a:rPr>
              <a:t>Features</a:t>
            </a:r>
            <a:r>
              <a:rPr lang="ru-RU" b="1" dirty="0">
                <a:latin typeface="Bookman Old Style" panose="02050604050505020204" pitchFamily="18" charset="0"/>
              </a:rPr>
              <a:t>) и Ответом (</a:t>
            </a:r>
            <a:r>
              <a:rPr lang="ru-RU" b="1" dirty="0" err="1">
                <a:latin typeface="Bookman Old Style" panose="02050604050505020204" pitchFamily="18" charset="0"/>
              </a:rPr>
              <a:t>Survival</a:t>
            </a:r>
            <a:r>
              <a:rPr lang="ru-RU" b="1" dirty="0">
                <a:latin typeface="Bookman Old Style" panose="02050604050505020204" pitchFamily="18" charset="0"/>
              </a:rPr>
              <a:t>)</a:t>
            </a: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(Проверка «Пассажиры более высокого класса имеют </a:t>
            </a:r>
            <a:r>
              <a:rPr lang="ru-RU" dirty="0" err="1">
                <a:latin typeface="Bookman Old Style" panose="02050604050505020204" pitchFamily="18" charset="0"/>
              </a:rPr>
              <a:t>бОльшие</a:t>
            </a:r>
            <a:r>
              <a:rPr lang="ru-RU" dirty="0">
                <a:latin typeface="Bookman Old Style" panose="02050604050505020204" pitchFamily="18" charset="0"/>
              </a:rPr>
              <a:t> шансы на спасение»).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/>
          <a:srcRect b="62256"/>
          <a:stretch/>
        </p:blipFill>
        <p:spPr>
          <a:xfrm>
            <a:off x="777842" y="1869310"/>
            <a:ext cx="5000625" cy="6219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05" y="1869310"/>
            <a:ext cx="5000625" cy="16478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/>
          <a:srcRect b="77334"/>
          <a:stretch/>
        </p:blipFill>
        <p:spPr>
          <a:xfrm>
            <a:off x="777842" y="3778889"/>
            <a:ext cx="5962650" cy="55051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24" y="3778889"/>
            <a:ext cx="59626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1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1654" y="403532"/>
            <a:ext cx="110742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Зависимости между Признаками (</a:t>
            </a:r>
            <a:r>
              <a:rPr lang="ru-RU" b="1" dirty="0" err="1">
                <a:latin typeface="Bookman Old Style" panose="02050604050505020204" pitchFamily="18" charset="0"/>
              </a:rPr>
              <a:t>Features</a:t>
            </a:r>
            <a:r>
              <a:rPr lang="ru-RU" b="1" dirty="0">
                <a:latin typeface="Bookman Old Style" panose="02050604050505020204" pitchFamily="18" charset="0"/>
              </a:rPr>
              <a:t>) и Ответом (</a:t>
            </a:r>
            <a:r>
              <a:rPr lang="ru-RU" b="1" dirty="0" err="1">
                <a:latin typeface="Bookman Old Style" panose="02050604050505020204" pitchFamily="18" charset="0"/>
              </a:rPr>
              <a:t>Survival</a:t>
            </a:r>
            <a:r>
              <a:rPr lang="ru-RU" b="1" dirty="0">
                <a:latin typeface="Bookman Old Style" panose="02050604050505020204" pitchFamily="18" charset="0"/>
              </a:rPr>
              <a:t>)</a:t>
            </a: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(Проверка «Женщины имеют </a:t>
            </a:r>
            <a:r>
              <a:rPr lang="ru-RU" dirty="0" err="1">
                <a:latin typeface="Bookman Old Style" panose="02050604050505020204" pitchFamily="18" charset="0"/>
              </a:rPr>
              <a:t>бОльшие</a:t>
            </a:r>
            <a:r>
              <a:rPr lang="ru-RU" dirty="0">
                <a:latin typeface="Bookman Old Style" panose="02050604050505020204" pitchFamily="18" charset="0"/>
              </a:rPr>
              <a:t> шансы на спасение.»).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b="62297"/>
          <a:stretch/>
        </p:blipFill>
        <p:spPr>
          <a:xfrm>
            <a:off x="691654" y="1487349"/>
            <a:ext cx="4124353" cy="5000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5"/>
          <a:srcRect b="74418"/>
          <a:stretch/>
        </p:blipFill>
        <p:spPr>
          <a:xfrm>
            <a:off x="691654" y="2954977"/>
            <a:ext cx="5841319" cy="4973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6"/>
          <a:srcRect b="73023"/>
          <a:stretch/>
        </p:blipFill>
        <p:spPr>
          <a:xfrm>
            <a:off x="691655" y="4993328"/>
            <a:ext cx="6931456" cy="50240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53" y="1477752"/>
            <a:ext cx="4124353" cy="132633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5"/>
          <a:srcRect b="505"/>
          <a:stretch/>
        </p:blipFill>
        <p:spPr>
          <a:xfrm>
            <a:off x="691654" y="2954976"/>
            <a:ext cx="5841319" cy="1934264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53" y="4995682"/>
            <a:ext cx="6931456" cy="18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3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5670" y="448900"/>
            <a:ext cx="1155632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6000" dirty="0">
                <a:solidFill>
                  <a:srgbClr val="004AAD"/>
                </a:solidFill>
                <a:latin typeface="Bookman Old Style" panose="02050604050505020204" pitchFamily="18" charset="0"/>
              </a:rPr>
              <a:t>Пример реализации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70" y="1948531"/>
            <a:ext cx="5495925" cy="8667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50" y="2843865"/>
            <a:ext cx="3486150" cy="4857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81" y="3460836"/>
            <a:ext cx="3733800" cy="58102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043" y="4155110"/>
            <a:ext cx="3838575" cy="3429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381" y="4619555"/>
            <a:ext cx="4762500" cy="381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642" y="5133889"/>
            <a:ext cx="4867275" cy="108585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0796" y="2086643"/>
            <a:ext cx="16764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3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5670" y="448900"/>
            <a:ext cx="1155632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6000" dirty="0">
                <a:solidFill>
                  <a:srgbClr val="004AAD"/>
                </a:solidFill>
                <a:latin typeface="Bookman Old Style" panose="02050604050505020204" pitchFamily="18" charset="0"/>
              </a:rPr>
              <a:t>Пример реализации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942" y="1504061"/>
            <a:ext cx="6830010" cy="53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52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073445" y="-668845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635670" y="448900"/>
            <a:ext cx="11556329" cy="1055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6000" dirty="0">
                <a:solidFill>
                  <a:srgbClr val="004AAD"/>
                </a:solidFill>
                <a:latin typeface="Bookman Old Style" panose="02050604050505020204" pitchFamily="18" charset="0"/>
              </a:rPr>
              <a:t>Пример реализации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b="31119"/>
          <a:stretch/>
        </p:blipFill>
        <p:spPr>
          <a:xfrm>
            <a:off x="635670" y="2035338"/>
            <a:ext cx="7010400" cy="117439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/>
          <a:srcRect b="27558"/>
          <a:stretch/>
        </p:blipFill>
        <p:spPr>
          <a:xfrm>
            <a:off x="635670" y="4271588"/>
            <a:ext cx="6896100" cy="118682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4"/>
          <a:srcRect t="71576"/>
          <a:stretch/>
        </p:blipFill>
        <p:spPr>
          <a:xfrm>
            <a:off x="635670" y="3219060"/>
            <a:ext cx="7010400" cy="4846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70" y="4271588"/>
            <a:ext cx="6896100" cy="16383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922436" y="4213575"/>
            <a:ext cx="34461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*Метод </a:t>
            </a:r>
            <a:r>
              <a:rPr lang="ru-RU" dirty="0" err="1">
                <a:latin typeface="Bookman Old Style" panose="02050604050505020204" pitchFamily="18" charset="0"/>
              </a:rPr>
              <a:t>Pandas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ru-RU" b="1" dirty="0" err="1">
                <a:latin typeface="Bookman Old Style" panose="02050604050505020204" pitchFamily="18" charset="0"/>
              </a:rPr>
              <a:t>DataFrame.loc</a:t>
            </a:r>
            <a:r>
              <a:rPr lang="ru-RU" b="1" dirty="0">
                <a:latin typeface="Bookman Old Style" panose="02050604050505020204" pitchFamily="18" charset="0"/>
              </a:rPr>
              <a:t>[] </a:t>
            </a:r>
            <a:r>
              <a:rPr lang="ru-RU" dirty="0">
                <a:latin typeface="Bookman Old Style" panose="02050604050505020204" pitchFamily="18" charset="0"/>
              </a:rPr>
              <a:t>используется для получения группы строк и столбцов по меткам или логическому массиву в </a:t>
            </a:r>
            <a:r>
              <a:rPr lang="ru-RU" dirty="0" err="1">
                <a:latin typeface="Bookman Old Style" panose="02050604050505020204" pitchFamily="18" charset="0"/>
              </a:rPr>
              <a:t>DataFrame</a:t>
            </a:r>
            <a:r>
              <a:rPr lang="ru-RU" dirty="0">
                <a:latin typeface="Bookman Old Style" panose="020506040505050202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7145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999</Words>
  <Application>Microsoft Office PowerPoint</Application>
  <PresentationFormat>Широкоэкранный</PresentationFormat>
  <Paragraphs>112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AvantGardeGothicCTT</vt:lpstr>
      <vt:lpstr>Bookman Old Style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Дементьева Кристина</dc:creator>
  <cp:lastModifiedBy>Дементьева Кристина</cp:lastModifiedBy>
  <cp:revision>6</cp:revision>
  <dcterms:created xsi:type="dcterms:W3CDTF">2025-09-01T08:17:57Z</dcterms:created>
  <dcterms:modified xsi:type="dcterms:W3CDTF">2025-09-16T07:00:41Z</dcterms:modified>
</cp:coreProperties>
</file>